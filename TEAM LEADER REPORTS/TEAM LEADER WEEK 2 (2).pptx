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LEADER WEEK 2 REPORT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Vedant Pathak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Integrated modules around the asset lifecycle: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Receiving → Registration → Barcode → Assignment → Scanning → Maintenance/Disposal → Reporting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Common database and UI structure finalized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Workflows Demonstrated + Database Validation Completed + Frontend–Backend Connectivity Verified + Positive &amp; Negative Test Cases Executed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Arya Joshi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Authentication, RBAC &amp; access-control testing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7 Sep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and test remaining modules. Develop module-wise and end-to-end test cases covering authentication, barcode/OCR, assignment, maintenance and disposal.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08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Developed </a:t>
            </a:r>
            <a:r>
              <a:rPr b="1" lang="en-US" sz="1100">
                <a:solidFill>
                  <a:schemeClr val="dk1"/>
                </a:solidFill>
              </a:rPr>
              <a:t>asset receiving, registration, assignment and transfer database</a:t>
            </a:r>
            <a:r>
              <a:rPr lang="en-US" sz="1100">
                <a:solidFill>
                  <a:schemeClr val="dk1"/>
                </a:solidFill>
              </a:rPr>
              <a:t> modules.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Implemented </a:t>
            </a:r>
            <a:r>
              <a:rPr b="1" lang="en-US" sz="1100">
                <a:solidFill>
                  <a:schemeClr val="dk1"/>
                </a:solidFill>
              </a:rPr>
              <a:t>asset identification</a:t>
            </a:r>
            <a:r>
              <a:rPr lang="en-US" sz="1100">
                <a:solidFill>
                  <a:schemeClr val="dk1"/>
                </a:solidFill>
              </a:rPr>
              <a:t> using manual search and </a:t>
            </a:r>
            <a:r>
              <a:rPr b="1" lang="en-US" sz="1100">
                <a:solidFill>
                  <a:schemeClr val="dk1"/>
                </a:solidFill>
              </a:rPr>
              <a:t>OCR </a:t>
            </a:r>
            <a:r>
              <a:rPr lang="en-US" sz="1100">
                <a:solidFill>
                  <a:schemeClr val="dk1"/>
                </a:solidFill>
              </a:rPr>
              <a:t>workflows.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Implemented </a:t>
            </a:r>
            <a:r>
              <a:rPr b="1" lang="en-US" sz="1100">
                <a:solidFill>
                  <a:schemeClr val="dk1"/>
                </a:solidFill>
              </a:rPr>
              <a:t>disposal approval and maintenance</a:t>
            </a:r>
            <a:r>
              <a:rPr lang="en-US" sz="1100">
                <a:solidFill>
                  <a:schemeClr val="dk1"/>
                </a:solidFill>
              </a:rPr>
              <a:t> status workflows.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Applied common UI design and resolved database </a:t>
            </a:r>
            <a:r>
              <a:rPr b="1" lang="en-US" sz="1100">
                <a:solidFill>
                  <a:schemeClr val="dk1"/>
                </a:solidFill>
              </a:rPr>
              <a:t>NULL </a:t>
            </a:r>
            <a:r>
              <a:rPr lang="en-US" sz="1100">
                <a:solidFill>
                  <a:schemeClr val="dk1"/>
                </a:solidFill>
              </a:rPr>
              <a:t>issues.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OCR accuracy depends on image quality; workflow integration across modules needs validation.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Role-based approval and access restrictions are yet to be implemented.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Database constraints, duplicate-code handling, and basic module workflows validated.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Complete authentication and RBAC integration.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Develop module-wise and end-to-end test cases.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Measure API, OCR and barcode performance.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Complete cross-module integration testing.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