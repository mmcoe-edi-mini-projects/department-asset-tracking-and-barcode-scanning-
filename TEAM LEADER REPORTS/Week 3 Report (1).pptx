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6" roundtripDataSignature="AMtx7miEfDtzs4e4TN7GMTfQNGIH14P32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customschemas.google.com/relationships/presentationmetadata" Target="meta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3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5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6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6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7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7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7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7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0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0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1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1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1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3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3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/>
        </p:nvSpPr>
        <p:spPr>
          <a:xfrm>
            <a:off x="237633" y="123531"/>
            <a:ext cx="11463000" cy="461700"/>
          </a:xfrm>
          <a:prstGeom prst="rect">
            <a:avLst/>
          </a:prstGeom>
          <a:solidFill>
            <a:srgbClr val="9CC2E5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Module 3,6,9 - Week 2 Report</a:t>
            </a:r>
            <a:endParaRPr b="1" baseline="-2500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"/>
          <p:cNvSpPr txBox="1"/>
          <p:nvPr/>
        </p:nvSpPr>
        <p:spPr>
          <a:xfrm>
            <a:off x="237633" y="757089"/>
            <a:ext cx="3445500" cy="923400"/>
          </a:xfrm>
          <a:prstGeom prst="rect">
            <a:avLst/>
          </a:prstGeom>
          <a:solidFill>
            <a:srgbClr val="DDEAF6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PROJECT/FEATURE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Department Asset Tracking and Barcode Reader 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"/>
          <p:cNvSpPr txBox="1"/>
          <p:nvPr/>
        </p:nvSpPr>
        <p:spPr>
          <a:xfrm>
            <a:off x="8069669" y="733130"/>
            <a:ext cx="3631200" cy="923400"/>
          </a:xfrm>
          <a:prstGeom prst="rect">
            <a:avLst/>
          </a:prstGeom>
          <a:solidFill>
            <a:srgbClr val="DDEAF6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WEEK TEAM/LEADER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Week 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Arya Joshi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1"/>
          <p:cNvSpPr txBox="1"/>
          <p:nvPr/>
        </p:nvSpPr>
        <p:spPr>
          <a:xfrm>
            <a:off x="3948243" y="733130"/>
            <a:ext cx="3829800" cy="923400"/>
          </a:xfrm>
          <a:prstGeom prst="rect">
            <a:avLst/>
          </a:prstGeom>
          <a:solidFill>
            <a:srgbClr val="FBE4D4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TEAM &amp; MENTOR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Team ID : 03 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Mr.Mahesh Kandekar.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1"/>
          <p:cNvSpPr txBox="1"/>
          <p:nvPr/>
        </p:nvSpPr>
        <p:spPr>
          <a:xfrm>
            <a:off x="91775" y="1804438"/>
            <a:ext cx="3631200" cy="2031900"/>
          </a:xfrm>
          <a:prstGeom prst="rect">
            <a:avLst/>
          </a:prstGeom>
          <a:solidFill>
            <a:srgbClr val="92D05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WORK COMPLETED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"/>
          <p:cNvSpPr txBox="1"/>
          <p:nvPr/>
        </p:nvSpPr>
        <p:spPr>
          <a:xfrm>
            <a:off x="3788517" y="1805025"/>
            <a:ext cx="4469100" cy="2031900"/>
          </a:xfrm>
          <a:prstGeom prst="rect">
            <a:avLst/>
          </a:prstGeom>
          <a:solidFill>
            <a:srgbClr val="FF00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CHALLENGES/RISKS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1"/>
          <p:cNvSpPr txBox="1"/>
          <p:nvPr/>
        </p:nvSpPr>
        <p:spPr>
          <a:xfrm>
            <a:off x="8323167" y="1804450"/>
            <a:ext cx="3631200" cy="2031900"/>
          </a:xfrm>
          <a:prstGeom prst="rect">
            <a:avLst/>
          </a:prstGeom>
          <a:solidFill>
            <a:srgbClr val="FFC0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HELP NEEDED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1"/>
          <p:cNvSpPr txBox="1"/>
          <p:nvPr/>
        </p:nvSpPr>
        <p:spPr>
          <a:xfrm>
            <a:off x="287325" y="4096956"/>
            <a:ext cx="5592300" cy="1046700"/>
          </a:xfrm>
          <a:prstGeom prst="rect">
            <a:avLst/>
          </a:prstGeom>
          <a:solidFill>
            <a:srgbClr val="ACB8CA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INTEGRATION AND COLLABORATION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Integrated the </a:t>
            </a:r>
            <a:r>
              <a:rPr b="1" lang="en-US" sz="1100">
                <a:solidFill>
                  <a:schemeClr val="dk1"/>
                </a:solidFill>
              </a:rPr>
              <a:t>shared design system</a:t>
            </a:r>
            <a:r>
              <a:rPr lang="en-US" sz="1100">
                <a:solidFill>
                  <a:schemeClr val="dk1"/>
                </a:solidFill>
              </a:rPr>
              <a:t> across modules.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Coordinated </a:t>
            </a:r>
            <a:r>
              <a:rPr b="1" lang="en-US" sz="1100">
                <a:solidFill>
                  <a:schemeClr val="dk1"/>
                </a:solidFill>
              </a:rPr>
              <a:t>database updates</a:t>
            </a:r>
            <a:r>
              <a:rPr lang="en-US" sz="1100">
                <a:solidFill>
                  <a:schemeClr val="dk1"/>
                </a:solidFill>
              </a:rPr>
              <a:t> for asset data consistency.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Integrated </a:t>
            </a:r>
            <a:r>
              <a:rPr b="1" lang="en-US" sz="1100">
                <a:solidFill>
                  <a:schemeClr val="dk1"/>
                </a:solidFill>
              </a:rPr>
              <a:t>Module 9</a:t>
            </a:r>
            <a:r>
              <a:rPr lang="en-US" sz="1100">
                <a:solidFill>
                  <a:schemeClr val="dk1"/>
                </a:solidFill>
              </a:rPr>
              <a:t> with existing asset records.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Tested the </a:t>
            </a:r>
            <a:r>
              <a:rPr b="1" lang="en-US" sz="1100">
                <a:solidFill>
                  <a:schemeClr val="dk1"/>
                </a:solidFill>
              </a:rPr>
              <a:t>disposal approval workflow</a:t>
            </a:r>
            <a:r>
              <a:rPr lang="en-US" sz="1100">
                <a:solidFill>
                  <a:schemeClr val="dk1"/>
                </a:solidFill>
              </a:rPr>
              <a:t>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"/>
          <p:cNvSpPr txBox="1"/>
          <p:nvPr/>
        </p:nvSpPr>
        <p:spPr>
          <a:xfrm>
            <a:off x="6068591" y="4096956"/>
            <a:ext cx="5619000" cy="861900"/>
          </a:xfrm>
          <a:prstGeom prst="rect">
            <a:avLst/>
          </a:prstGeom>
          <a:solidFill>
            <a:srgbClr val="ACB8CA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COMMON KPI EVIDENCES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Database consistency / API validation / disposal workflow completion / UI standardization / integration and testing 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"/>
          <p:cNvSpPr txBox="1"/>
          <p:nvPr/>
        </p:nvSpPr>
        <p:spPr>
          <a:xfrm>
            <a:off x="237625" y="5297000"/>
            <a:ext cx="6619500" cy="1293000"/>
          </a:xfrm>
          <a:prstGeom prst="rect">
            <a:avLst/>
          </a:prstGeom>
          <a:solidFill>
            <a:srgbClr val="F7CAAC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NEXT  WEEK COMMITMENTS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Owner: Pranjal Khairnar </a:t>
            </a:r>
            <a:br>
              <a:rPr b="0" i="0" lang="en-US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Deliverable: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●</a:t>
            </a:r>
            <a:r>
              <a:rPr b="0" i="0" lang="en-US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Authentication and role-based access control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● Restricting disposal approval to authorized roles only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"/>
          <p:cNvSpPr txBox="1"/>
          <p:nvPr/>
        </p:nvSpPr>
        <p:spPr>
          <a:xfrm>
            <a:off x="7069129" y="5389409"/>
            <a:ext cx="4618500" cy="1154400"/>
          </a:xfrm>
          <a:prstGeom prst="rect">
            <a:avLst/>
          </a:prstGeom>
          <a:solidFill>
            <a:srgbClr val="F7CAAC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MENTOR RESPONSE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Communicate with the testing team, create test cases for Modules 3, 6 &amp; 9, and perform testing based on those test cases.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"/>
          <p:cNvSpPr txBox="1"/>
          <p:nvPr/>
        </p:nvSpPr>
        <p:spPr>
          <a:xfrm>
            <a:off x="2278469" y="2084852"/>
            <a:ext cx="1232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1"/>
          <p:cNvSpPr txBox="1"/>
          <p:nvPr/>
        </p:nvSpPr>
        <p:spPr>
          <a:xfrm>
            <a:off x="-15925" y="2211525"/>
            <a:ext cx="3738900" cy="155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-US" sz="1200">
                <a:solidFill>
                  <a:schemeClr val="dk1"/>
                </a:solidFill>
              </a:rPr>
              <a:t>Applied shared frontend design across all pages.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-US" sz="1200">
                <a:solidFill>
                  <a:schemeClr val="dk1"/>
                </a:solidFill>
              </a:rPr>
              <a:t>Built a responsive dashboard home page.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-US" sz="1200">
                <a:solidFill>
                  <a:schemeClr val="dk1"/>
                </a:solidFill>
              </a:rPr>
              <a:t>Resolved NULL department/location values and made them mandatory.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-US" sz="1200">
                <a:solidFill>
                  <a:schemeClr val="dk1"/>
                </a:solidFill>
              </a:rPr>
              <a:t>Extended Module 9 with request, approval, and final disposal workflow.</a:t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97" name="Google Shape;97;p1"/>
          <p:cNvSpPr txBox="1"/>
          <p:nvPr/>
        </p:nvSpPr>
        <p:spPr>
          <a:xfrm>
            <a:off x="3842380" y="2084850"/>
            <a:ext cx="4361400" cy="22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700">
                <a:solidFill>
                  <a:schemeClr val="dk1"/>
                </a:solidFill>
              </a:rPr>
              <a:t>🟠</a:t>
            </a:r>
            <a:r>
              <a:rPr lang="en-US" sz="1100">
                <a:solidFill>
                  <a:schemeClr val="dk1"/>
                </a:solidFill>
              </a:rPr>
              <a:t> </a:t>
            </a:r>
            <a:r>
              <a:rPr b="1" lang="en-US" sz="1100">
                <a:solidFill>
                  <a:schemeClr val="dk1"/>
                </a:solidFill>
              </a:rPr>
              <a:t>Amber — Database Migration:</a:t>
            </a:r>
            <a:r>
              <a:rPr lang="en-US" sz="1100">
                <a:solidFill>
                  <a:schemeClr val="dk1"/>
                </a:solidFill>
              </a:rPr>
              <a:t> Existing NULL values required careful backfilling before applying NOT NULL constraints.</a:t>
            </a:r>
            <a:br>
              <a:rPr lang="en-US" sz="1100">
                <a:solidFill>
                  <a:schemeClr val="dk1"/>
                </a:solidFill>
              </a:rPr>
            </a:br>
            <a:r>
              <a:rPr lang="en-US" sz="700">
                <a:solidFill>
                  <a:schemeClr val="dk1"/>
                </a:solidFill>
              </a:rPr>
              <a:t>🟠</a:t>
            </a:r>
            <a:r>
              <a:rPr lang="en-US" sz="1100">
                <a:solidFill>
                  <a:schemeClr val="dk1"/>
                </a:solidFill>
              </a:rPr>
              <a:t> </a:t>
            </a:r>
            <a:r>
              <a:rPr b="1" lang="en-US" sz="1100">
                <a:solidFill>
                  <a:schemeClr val="dk1"/>
                </a:solidFill>
              </a:rPr>
              <a:t>Amber — UI Consistency:</a:t>
            </a:r>
            <a:r>
              <a:rPr lang="en-US" sz="1100">
                <a:solidFill>
                  <a:schemeClr val="dk1"/>
                </a:solidFill>
              </a:rPr>
              <a:t> Existing pages required component-level changes to follow the shared design system.</a:t>
            </a:r>
            <a:br>
              <a:rPr lang="en-US" sz="1100">
                <a:solidFill>
                  <a:schemeClr val="dk1"/>
                </a:solidFill>
              </a:rPr>
            </a:br>
            <a:r>
              <a:rPr lang="en-US" sz="700">
                <a:solidFill>
                  <a:schemeClr val="dk1"/>
                </a:solidFill>
              </a:rPr>
              <a:t>🟢</a:t>
            </a:r>
            <a:r>
              <a:rPr lang="en-US" sz="1100">
                <a:solidFill>
                  <a:schemeClr val="dk1"/>
                </a:solidFill>
              </a:rPr>
              <a:t> </a:t>
            </a:r>
            <a:r>
              <a:rPr b="1" lang="en-US" sz="1100">
                <a:solidFill>
                  <a:schemeClr val="dk1"/>
                </a:solidFill>
              </a:rPr>
              <a:t>Green — Disposal Workflow:</a:t>
            </a:r>
            <a:r>
              <a:rPr lang="en-US" sz="1100">
                <a:solidFill>
                  <a:schemeClr val="dk1"/>
                </a:solidFill>
              </a:rPr>
              <a:t> Request, approval, and final disposal stages are implemented successfully.</a:t>
            </a:r>
            <a:br>
              <a:rPr lang="en-US" sz="1100">
                <a:solidFill>
                  <a:schemeClr val="dk1"/>
                </a:solidFill>
              </a:rPr>
            </a:br>
            <a:r>
              <a:rPr lang="en-US" sz="700">
                <a:solidFill>
                  <a:schemeClr val="dk1"/>
                </a:solidFill>
              </a:rPr>
              <a:t>🟢</a:t>
            </a:r>
            <a:r>
              <a:rPr lang="en-US" sz="1100">
                <a:solidFill>
                  <a:schemeClr val="dk1"/>
                </a:solidFill>
              </a:rPr>
              <a:t> </a:t>
            </a:r>
            <a:r>
              <a:rPr b="1" lang="en-US" sz="1100">
                <a:solidFill>
                  <a:schemeClr val="dk1"/>
                </a:solidFill>
              </a:rPr>
              <a:t>Green — Asset Status:</a:t>
            </a:r>
            <a:r>
              <a:rPr lang="en-US" sz="1100">
                <a:solidFill>
                  <a:schemeClr val="dk1"/>
                </a:solidFill>
              </a:rPr>
              <a:t> Final disposal automatically updates the linked asset status to </a:t>
            </a:r>
            <a:r>
              <a:rPr b="1" lang="en-US" sz="1100">
                <a:solidFill>
                  <a:schemeClr val="dk1"/>
                </a:solidFill>
              </a:rPr>
              <a:t>Disposed</a:t>
            </a:r>
            <a:r>
              <a:rPr lang="en-US" sz="1100">
                <a:solidFill>
                  <a:schemeClr val="dk1"/>
                </a:solidFill>
              </a:rPr>
              <a:t>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7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1" sz="1100">
              <a:solidFill>
                <a:schemeClr val="dk1"/>
              </a:solidFill>
            </a:endParaRPr>
          </a:p>
        </p:txBody>
      </p:sp>
      <p:sp>
        <p:nvSpPr>
          <p:cNvPr id="98" name="Google Shape;98;p1"/>
          <p:cNvSpPr txBox="1"/>
          <p:nvPr/>
        </p:nvSpPr>
        <p:spPr>
          <a:xfrm>
            <a:off x="8203776" y="2147013"/>
            <a:ext cx="3829800" cy="161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Coordination with other module teams to ensure </a:t>
            </a:r>
            <a:r>
              <a:rPr b="1" lang="en-US" sz="1100">
                <a:solidFill>
                  <a:schemeClr val="dk1"/>
                </a:solidFill>
              </a:rPr>
              <a:t>UI/design system consistency</a:t>
            </a:r>
            <a:r>
              <a:rPr lang="en-US" sz="1100">
                <a:solidFill>
                  <a:schemeClr val="dk1"/>
                </a:solidFill>
              </a:rPr>
              <a:t> across modules.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Support in </a:t>
            </a:r>
            <a:r>
              <a:rPr b="1" lang="en-US" sz="1100">
                <a:solidFill>
                  <a:schemeClr val="dk1"/>
                </a:solidFill>
              </a:rPr>
              <a:t>integration testing</a:t>
            </a:r>
            <a:r>
              <a:rPr lang="en-US" sz="1100">
                <a:solidFill>
                  <a:schemeClr val="dk1"/>
                </a:solidFill>
              </a:rPr>
              <a:t> after the database schema changes.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Coordination with other teams to ensure </a:t>
            </a:r>
            <a:r>
              <a:rPr b="1" lang="en-US" sz="1100">
                <a:solidFill>
                  <a:schemeClr val="dk1"/>
                </a:solidFill>
              </a:rPr>
              <a:t>asset status updates</a:t>
            </a:r>
            <a:r>
              <a:rPr lang="en-US" sz="1100">
                <a:solidFill>
                  <a:schemeClr val="dk1"/>
                </a:solidFill>
              </a:rPr>
              <a:t> remain consistent across modules.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Assistance in testing the </a:t>
            </a:r>
            <a:r>
              <a:rPr b="1" lang="en-US" sz="1100">
                <a:solidFill>
                  <a:schemeClr val="dk1"/>
                </a:solidFill>
              </a:rPr>
              <a:t>Module 9 disposal approval and finalization workflow</a:t>
            </a:r>
            <a:r>
              <a:rPr lang="en-US" sz="1100">
                <a:solidFill>
                  <a:schemeClr val="dk1"/>
                </a:solidFill>
              </a:rPr>
              <a:t> with related modules.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1"/>
          <p:cNvSpPr txBox="1"/>
          <p:nvPr/>
        </p:nvSpPr>
        <p:spPr>
          <a:xfrm>
            <a:off x="330398" y="6426668"/>
            <a:ext cx="8547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2026-08-06T17:56:38Z</dcterms:created>
  <dc:creator>HP</dc:creator>
</cp:coreProperties>
</file>