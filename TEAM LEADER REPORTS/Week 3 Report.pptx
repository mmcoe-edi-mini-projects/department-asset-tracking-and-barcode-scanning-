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EfDtzs4e4TN7GMTfQNGIH14P3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3,6,9 - Week 2 Report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 : 03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04438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6"/>
            <a:ext cx="55923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Integrated the </a:t>
            </a:r>
            <a:r>
              <a:rPr b="1" lang="en-US" sz="1100">
                <a:solidFill>
                  <a:schemeClr val="dk1"/>
                </a:solidFill>
              </a:rPr>
              <a:t>shared design system</a:t>
            </a:r>
            <a:r>
              <a:rPr lang="en-US" sz="1100">
                <a:solidFill>
                  <a:schemeClr val="dk1"/>
                </a:solidFill>
              </a:rPr>
              <a:t> across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Coordinated </a:t>
            </a:r>
            <a:r>
              <a:rPr b="1" lang="en-US" sz="1100">
                <a:solidFill>
                  <a:schemeClr val="dk1"/>
                </a:solidFill>
              </a:rPr>
              <a:t>database updates</a:t>
            </a:r>
            <a:r>
              <a:rPr lang="en-US" sz="1100">
                <a:solidFill>
                  <a:schemeClr val="dk1"/>
                </a:solidFill>
              </a:rPr>
              <a:t> for asset data consistency.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Integrated </a:t>
            </a:r>
            <a:r>
              <a:rPr b="1" lang="en-US" sz="1100">
                <a:solidFill>
                  <a:schemeClr val="dk1"/>
                </a:solidFill>
              </a:rPr>
              <a:t>Module 9</a:t>
            </a:r>
            <a:r>
              <a:rPr lang="en-US" sz="1100">
                <a:solidFill>
                  <a:schemeClr val="dk1"/>
                </a:solidFill>
              </a:rPr>
              <a:t> with existing asset records.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Tested the </a:t>
            </a:r>
            <a:r>
              <a:rPr b="1" lang="en-US" sz="1100">
                <a:solidFill>
                  <a:schemeClr val="dk1"/>
                </a:solidFill>
              </a:rPr>
              <a:t>disposal approval workflow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8619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consistency / API validation / disposal workflow completion / UI standardization / integration and testing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7625" y="5297000"/>
            <a:ext cx="6619500" cy="12930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Owner: Pranjal Khairnar 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Deliverable: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Authentication and role-based access control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Restricting disposal approval to authorized roles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1544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Communicate with the testing team, create test cases for Modules 3, 6 &amp; 9, and perform testing based on those test cases.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15925" y="2211525"/>
            <a:ext cx="37389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Applied shared frontend design across all pages.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Built a responsive dashboard home page.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Resolved NULL department/location values and made them mandatory.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Extended Module 9 with request, approval, and final disposal workflow.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842380" y="2084850"/>
            <a:ext cx="4361400" cy="2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chemeClr val="dk1"/>
                </a:solidFill>
              </a:rPr>
              <a:t>🟠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Amber — Database Migration:</a:t>
            </a:r>
            <a:r>
              <a:rPr lang="en-US" sz="1100">
                <a:solidFill>
                  <a:schemeClr val="dk1"/>
                </a:solidFill>
              </a:rPr>
              <a:t> Existing NULL values required careful backfilling before applying NOT NULL constraints.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🟠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Amber — UI Consistency:</a:t>
            </a:r>
            <a:r>
              <a:rPr lang="en-US" sz="1100">
                <a:solidFill>
                  <a:schemeClr val="dk1"/>
                </a:solidFill>
              </a:rPr>
              <a:t> Existing pages required component-level changes to follow the shared design system.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🟢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Green — Disposal Workflow:</a:t>
            </a:r>
            <a:r>
              <a:rPr lang="en-US" sz="1100">
                <a:solidFill>
                  <a:schemeClr val="dk1"/>
                </a:solidFill>
              </a:rPr>
              <a:t> Request, approval, and final disposal stages are implemented successfully.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🟢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Green — Asset Status:</a:t>
            </a:r>
            <a:r>
              <a:rPr lang="en-US" sz="1100">
                <a:solidFill>
                  <a:schemeClr val="dk1"/>
                </a:solidFill>
              </a:rPr>
              <a:t> Final disposal automatically updates the linked asset status to </a:t>
            </a:r>
            <a:r>
              <a:rPr b="1" lang="en-US" sz="1100">
                <a:solidFill>
                  <a:schemeClr val="dk1"/>
                </a:solidFill>
              </a:rPr>
              <a:t>Disposed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203776" y="2147013"/>
            <a:ext cx="3829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Coordination with other module teams to ensure </a:t>
            </a:r>
            <a:r>
              <a:rPr b="1" lang="en-US" sz="1100">
                <a:solidFill>
                  <a:schemeClr val="dk1"/>
                </a:solidFill>
              </a:rPr>
              <a:t>UI/design system consistency</a:t>
            </a:r>
            <a:r>
              <a:rPr lang="en-US" sz="1100">
                <a:solidFill>
                  <a:schemeClr val="dk1"/>
                </a:solidFill>
              </a:rPr>
              <a:t> across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 in </a:t>
            </a:r>
            <a:r>
              <a:rPr b="1" lang="en-US" sz="1100">
                <a:solidFill>
                  <a:schemeClr val="dk1"/>
                </a:solidFill>
              </a:rPr>
              <a:t>integration testing</a:t>
            </a:r>
            <a:r>
              <a:rPr lang="en-US" sz="1100">
                <a:solidFill>
                  <a:schemeClr val="dk1"/>
                </a:solidFill>
              </a:rPr>
              <a:t> after the database schema changes.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Coordination with other teams to ensure </a:t>
            </a:r>
            <a:r>
              <a:rPr b="1" lang="en-US" sz="1100">
                <a:solidFill>
                  <a:schemeClr val="dk1"/>
                </a:solidFill>
              </a:rPr>
              <a:t>asset status updates</a:t>
            </a:r>
            <a:r>
              <a:rPr lang="en-US" sz="1100">
                <a:solidFill>
                  <a:schemeClr val="dk1"/>
                </a:solidFill>
              </a:rPr>
              <a:t> remain consistent across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Assistance in testing the </a:t>
            </a:r>
            <a:r>
              <a:rPr b="1" lang="en-US" sz="1100">
                <a:solidFill>
                  <a:schemeClr val="dk1"/>
                </a:solidFill>
              </a:rPr>
              <a:t>Module 9 disposal approval and finalization workflow</a:t>
            </a:r>
            <a:r>
              <a:rPr lang="en-US" sz="1100">
                <a:solidFill>
                  <a:schemeClr val="dk1"/>
                </a:solidFill>
              </a:rPr>
              <a:t> with related modules.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30398" y="6426668"/>
            <a:ext cx="854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