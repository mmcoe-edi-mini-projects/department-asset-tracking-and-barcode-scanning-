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LEADER WEEK 2 REPORT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Vedant Pathak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Integrated modules around the asset lifecycle: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Receiving → Registration → Barcode → Assignment → Scanning → Maintenance/Disposal → Reporting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Common database and UI structure finalized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Workflows Demonstrated + Database Validation Completed + Frontend–Backend Connectivity Verified + Positive &amp; Negative Test Cases Executed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3" y="5631684"/>
            <a:ext cx="6619500" cy="11082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authentication and RBAC. + Improve OCR and barcode reliability. + Develop and execute module-wise test cases. + Begin reporting and performance testing.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and test remaining modules. Develop module-wise and end-to-end test cases covering authentication, barcode/OCR, assignment, maintenance and disposal.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08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Developed asset receiving, registration, assignment and transfer database modules.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Implemented asset identification using manual search, OCR and barcode workflows.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Implemented disposal approval and maintenance status workflows.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Applied common UI design and resolved database NULL issues.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Maintaining database consistency across modules.</a:t>
            </a:r>
            <a:br>
              <a:rPr b="1" lang="en-US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OCR/barcode reliability and invalid scans.</a:t>
            </a:r>
            <a:br>
              <a:rPr b="1" lang="en-US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Managing approval, status transitions and role permissions.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Complete authentication and RBAC integration.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Develop module-wise and end-to-end test cases.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Measure API, OCR and barcode performance.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Complete cross-module integration testing.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