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Ef5EqPOgUBziRyTC/DcyZsgWq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3,6,9 - Weekly Report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 : 03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63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6"/>
            <a:ext cx="5592300" cy="1123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the end-to-end workflow from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receipt → registration → barcode generation → assignment → scanning → verification → maintenance/disposal → reporting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1082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functionality built and running for Modules 3 and 6, asset registration, manual search, and OCR-based identification with Module 9 scoped and ready for implementation next.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0398" y="5389409"/>
            <a:ext cx="6619500" cy="923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 consistency, schema cleanup, Module 9 design/implementation, and Module 3/6 integration testing — owners and dates TBD.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2006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working on Module 9 and handle the currently empty/NULL columns as part of its integration.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15925" y="2171450"/>
            <a:ext cx="3738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chemeClr val="dk1"/>
                </a:solidFill>
              </a:rPr>
              <a:t>Finalized </a:t>
            </a:r>
            <a:r>
              <a:rPr b="1" lang="en-US" sz="1000">
                <a:solidFill>
                  <a:schemeClr val="dk1"/>
                </a:solidFill>
              </a:rPr>
              <a:t>SRS </a:t>
            </a:r>
            <a:r>
              <a:rPr lang="en-US" sz="1000">
                <a:solidFill>
                  <a:schemeClr val="dk1"/>
                </a:solidFill>
              </a:rPr>
              <a:t>covering problem statement, asset identification approach (manual entry as primary, OCR as secondary), and the three selected modules.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chemeClr val="dk1"/>
                </a:solidFill>
              </a:rPr>
              <a:t>Finalized </a:t>
            </a:r>
            <a:r>
              <a:rPr b="1" lang="en-US" sz="1000">
                <a:solidFill>
                  <a:schemeClr val="dk1"/>
                </a:solidFill>
              </a:rPr>
              <a:t>technology stack</a:t>
            </a:r>
            <a:r>
              <a:rPr lang="en-US" sz="1000">
                <a:solidFill>
                  <a:schemeClr val="dk1"/>
                </a:solidFill>
              </a:rPr>
              <a:t>: HTML/CSS/JS frontend, Node.js/Express backend, MySQL database, Tesseract.js and Sharp for OCR.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chemeClr val="dk1"/>
                </a:solidFill>
              </a:rPr>
              <a:t>Built </a:t>
            </a:r>
            <a:r>
              <a:rPr b="1" lang="en-US" sz="1000">
                <a:solidFill>
                  <a:schemeClr val="dk1"/>
                </a:solidFill>
              </a:rPr>
              <a:t>basic architecture</a:t>
            </a:r>
            <a:r>
              <a:rPr lang="en-US" sz="1000">
                <a:solidFill>
                  <a:schemeClr val="dk1"/>
                </a:solidFill>
              </a:rPr>
              <a:t> for Module 3 (Asset Registration) and Module 6 (Asset Identification); Module 9 (Disposal) is planned, with schema and endpoint drafted but not yet integrated or tested.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788505" y="2084850"/>
            <a:ext cx="43614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🟠 </a:t>
            </a:r>
            <a:r>
              <a:rPr b="1" lang="en-US" sz="1100">
                <a:solidFill>
                  <a:schemeClr val="dk1"/>
                </a:solidFill>
              </a:rPr>
              <a:t>Amber — OCR reliability:</a:t>
            </a:r>
            <a:r>
              <a:rPr lang="en-US" sz="1100">
                <a:solidFill>
                  <a:schemeClr val="dk1"/>
                </a:solidFill>
              </a:rPr>
              <a:t> OCR accuracy depends on image quality and lighting; mitigated by keeping manual entry as the primary, always-reliable identification method.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🟠 </a:t>
            </a:r>
            <a:r>
              <a:rPr b="1" lang="en-US" sz="1100">
                <a:solidFill>
                  <a:schemeClr val="dk1"/>
                </a:solidFill>
              </a:rPr>
              <a:t>Amber — Schema gap:</a:t>
            </a:r>
            <a:r>
              <a:rPr lang="en-US" sz="1100">
                <a:solidFill>
                  <a:schemeClr val="dk1"/>
                </a:solidFill>
              </a:rPr>
              <a:t> original schema tracked asset status but had no disposal request/approval table; added one small table without altering the given schema.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🟢 </a:t>
            </a:r>
            <a:r>
              <a:rPr b="1" lang="en-US" sz="1100">
                <a:solidFill>
                  <a:schemeClr val="dk1"/>
                </a:solidFill>
              </a:rPr>
              <a:t>Green — Lookup errors handled:</a:t>
            </a:r>
            <a:r>
              <a:rPr lang="en-US" sz="1100">
                <a:solidFill>
                  <a:schemeClr val="dk1"/>
                </a:solidFill>
              </a:rPr>
              <a:t> unmatched codes, duplicate asset codes (enforced via unique constraint), and unreadable OCR text all return clear error messages instead of failing silently.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Technical Progress:</a:t>
            </a:r>
            <a:r>
              <a:rPr lang="en-US" sz="1000">
                <a:solidFill>
                  <a:schemeClr val="dk1"/>
                </a:solidFill>
              </a:rPr>
              <a:t> Registration, identification, and disposal request modules are functional end to end against MySQL.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System Performance:</a:t>
            </a:r>
            <a:r>
              <a:rPr lang="en-US" sz="1000">
                <a:solidFill>
                  <a:schemeClr val="dk1"/>
                </a:solidFill>
              </a:rPr>
              <a:t> Plan to measure OCR processing time and API response time under demo load.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Integration:</a:t>
            </a:r>
            <a:r>
              <a:rPr lang="en-US" sz="1000">
                <a:solidFill>
                  <a:schemeClr val="dk1"/>
                </a:solidFill>
              </a:rPr>
              <a:t> Backend REST API connected to MySQL via a connection pool; frontend tested against all endpoints.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Testing:</a:t>
            </a:r>
            <a:r>
              <a:rPr lang="en-US" sz="1000">
                <a:solidFill>
                  <a:schemeClr val="dk1"/>
                </a:solidFill>
              </a:rPr>
              <a:t> Verified successful registration, valid and invalid code search, OCR match/no match, and duplicate code rejection. 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30398" y="6426668"/>
            <a:ext cx="854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