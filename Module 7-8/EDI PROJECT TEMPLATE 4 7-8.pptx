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C436381-6C70-40A6-B65A-EDEC842555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765AF2D-3688-4E9E-9B55-340162499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 baseline="-2500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Module 7,8 - Weekly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Department Asset Tracking and Bar code Reader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WEEK TEAM/LEADER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WEEK 4: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Sai S Patil.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Team ID : 03 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Mr.Mahesh Kandekar.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WORK COMPLETED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CHALLENGES/RISKS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HELP NEEDED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460440" y="4159080"/>
            <a:ext cx="5591880" cy="9723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INTEGRATION AND COLLABORATION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Integrated the Maintenance functions with Main.java.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Connected Main.java → MaintenanceService → MaintenanceRequest.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200" spc="-1" strike="noStrike">
              <a:latin typeface="Arial"/>
            </a:endParaRPr>
          </a:p>
        </p:txBody>
      </p:sp>
      <p:sp>
        <p:nvSpPr>
          <p:cNvPr id="49" name="CustomShape 9"/>
          <p:cNvSpPr/>
          <p:nvPr/>
        </p:nvSpPr>
        <p:spPr>
          <a:xfrm>
            <a:off x="6241680" y="4159080"/>
            <a:ext cx="5618520" cy="11566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COMMON KPI EVIDENCES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Maintenance module classes implemented.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Maintenance request creation working.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Request ID generated automatically.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Status tracking implemented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0" name="CustomShape 10"/>
          <p:cNvSpPr/>
          <p:nvPr/>
        </p:nvSpPr>
        <p:spPr>
          <a:xfrm>
            <a:off x="437040" y="5544000"/>
            <a:ext cx="6618960" cy="912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NEXT  WEEK COMMITMENTS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Perform complete testing of the Maintenance module.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Add input validation and handle invalid requests.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Improve the user interface/workflow for maintenance reporting.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" name="CustomShape 11"/>
          <p:cNvSpPr/>
          <p:nvPr/>
        </p:nvSpPr>
        <p:spPr>
          <a:xfrm>
            <a:off x="7242480" y="5451480"/>
            <a:ext cx="4618080" cy="1430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MENTOR RESPONSE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Reviewed the implemented Maintenance module. Request creation, status tracking, technician assignment and maintenance history are progressing well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pc="-1" strike="noStrike">
              <a:latin typeface="Arial"/>
            </a:endParaRPr>
          </a:p>
        </p:txBody>
      </p:sp>
      <p:sp>
        <p:nvSpPr>
          <p:cNvPr id="52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>
            <a:off x="610560" y="2220120"/>
            <a:ext cx="3021120" cy="182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-I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mplemented the Asset class to store Asset ID, name, location and status.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-Implemented the MaintenanceRequest class to store maintenance ticket details.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-Implemented the MaintenanceService class for maintenance operations.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-Implemented automatic Request ID generation for maintenance tickets.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-Implemented creation and storage of maintenance requests.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050" spc="-1" strike="noStrike">
              <a:latin typeface="Arial"/>
            </a:endParaRPr>
          </a:p>
        </p:txBody>
      </p:sp>
      <p:sp>
        <p:nvSpPr>
          <p:cNvPr id="54" name="CustomShape 14"/>
          <p:cNvSpPr/>
          <p:nvPr/>
        </p:nvSpPr>
        <p:spPr>
          <a:xfrm>
            <a:off x="4273920" y="2349000"/>
            <a:ext cx="3438720" cy="155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Understanding the flow of data between the three classes.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Handling the correct Request ID while creating multiple requests.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Connecting status updates with technician assignment.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Managing maintenance history for a specific Asset ID.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8339040" y="2425680"/>
            <a:ext cx="3438720" cy="10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Review of the Maintenance module implementation.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Guidance on connecting the Maintenance module with the final website/frontend.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Suggestions for validation of incorrect Asset IDs or Request IDs.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2026-08-31T12:09:56Z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