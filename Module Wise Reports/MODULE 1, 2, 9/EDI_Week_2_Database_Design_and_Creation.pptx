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2: Database Design and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2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Uday Pawade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Designed and normalized 19-table relational schema adhering to 3NF from asset_tracking_erd.pdf.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Created MySQL 8.0 database asset_tracking_db with InnoDB engine and utf8mb4 collation.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Configured 12 foreign keys with ON DELETE SET NULL on organizational links and CASCADE on tags.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atomic code_sequences table with row locking for AST-YYYY-XXXXXX generation.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Populated baseline master data via seed_data.sql and verified HikariCP pool connection.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Deadlock risk during concurrent multi-unit batch registration accessing code_sequences.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Accidental hard deletion of equipment records wiping out historical audit and warranty data.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Database connection pool exhaustion during peak concurrent laboratory scanning sessions.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indexing strategy on high-frequency columns (asset_code, serial_number, barcode_value).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archival partitioning strategy for audit_log table for multi-year compliance.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Confirmation of department code standards across Computer, IT, Mechanical, and EnTC.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Coordinated schema specifications with Auth (Mod 1), Asset Master (Mod 5), and Barcode (Mod 6).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Defined exact JSON schema format for role permissions within roles master table.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Spring Data JPA persistence layer with ddl-auto=none and active HikariCP pool.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Verified zero orphan records across departments, locations, categories, and faculty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Executable unified_schema.sql executed on MySQL 8.0 creating all 19 tables with 0 errors.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Master Data Dictionary (Table 1: 10 core entities) and Integrity Matrix (Table 2) documented.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Spring Boot backend cold startup benchmarked in 3.1s with active HikariCP pool.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Baseline seed_data.sql records loaded and validated across all lookup tables.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Tanishka Wagh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Formulate 5-tier RBAC framework, design jBCrypt salted password authentication, specify REST API contracts for auth endpoints, and prototype responsive login interface with role badges.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Enforce strict foreign key constraints and unique indexes on serial numbers. Ensure code_sequences table uses pessimistic row locking to prevent race conditions during concurrent batch intake.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