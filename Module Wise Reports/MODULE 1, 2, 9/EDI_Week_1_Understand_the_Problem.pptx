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1: Understand the Problem &amp; Scope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1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Yash Bhure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Analyzed MMCOE dead-stock workflows across lab registers, physical records, and vendor invoices.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Identified 6 core relational entities: Users, Roles, Departments, Locations, Assets, and Tags.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Mapped required asset fields: asset code, category, serial number, room, and custodian.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Formulated 7 testable objectives (O-01 to O-07) with measurable acceptance conditions.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Established cross-team module responsibility matrix and eight-week delivery roadmap.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Inconsistent laboratory room and department naming conventions across legacy Excel registers.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Preventing duplicate asset codes or sequence collisions during concurrent multi-unit batch intake.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Hardware barcode gun keystroke transmission speed variations across workstation models.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Review proposed 19-table schema boundaries and primary / foreign key cascading rules.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Confirm institutional standard format for unique asset codes ('AST-YYYY-XXXXXX').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Guidance on exception workflows for damaged physical labels and unreadable scans.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Aligned relational database plan with User &amp; Role Management and Asset Master modules.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Identified data models required for dynamic ZXing barcode streaming and asset lookups.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Documented cross-module dependencies for asset IDs, barcode tags, and faculty custody.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Outlined end-to-end integration verification points from intake to forensic reporting.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System Objectives Verification Matrix (Table 1: O-01 to O-07) formulated with criteria.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Requirement-to-Test Specification (Table 2: FR-GOV-001 to FR-AUD-001) mapped.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Audited technical baseline: Java 25 LTS, Spring Boot 3.3.5, MySQL 8.0, and ZXing 3.5.3.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Formal problem definition document and cross-team interface boundary map approved.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Next week leader: Uday Pawade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Create MySQL database asset_tracking_db, execute unified_schema.sql (19 tables in 3NF), enforce foreign key constraints, load seed_data.sql baseline records, and verify HikariCP pool.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Suggested mentor guidance: </a:t>
            </a:r>
            <a:r>
              <a:rPr sz="880" b="0">
                <a:solidFill>
                  <a:srgbClr val="0F0F0F"/>
                </a:solidFill>
                <a:latin typeface="Calibri"/>
              </a:rPr>
              <a:t>Finalize database relationships in 3NF, enforce unique asset ID and barcode constraints, and validate foreign key cascading rules. Test asset registration and barcode lookup with sample records before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