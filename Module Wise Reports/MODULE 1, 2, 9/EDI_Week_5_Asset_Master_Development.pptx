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5: Asset Master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5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Yash Bhure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Asset.java entity mapping 23 institutional attributes to MySQL assets table.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Developed SequenceService using pessimistic row locking (SELECT FOR UPDATE) on code_sequences.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AssetService supporting single equipment registration and multi-unit batch intake.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Built real-time AJAX serial validation (/api/assets/check-serial) on input blur in register.html.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Developed assets.html directory with multi-parameter filtering by department, category, and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Duplicate manufacturer serial numbers entered accidentally during manual laboratory intake.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Partial batch intake failures leaving orphaned purchase receipt records in the database.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Unassigned assets without designated lab room or faculty custodian causing inventory blindspots.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Confirm standard procurement receipt fields required for institutional financial audits.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useful life depreciation schedules across IT hardware vs laboratory apparatus.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batch intake transaction rollback behavior under partial validation failures.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Connected AssetService to SequenceService to generate atomic, gapless 'AST-2025-001001' codes.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Enclosed batch receiving (registerBatchReceipt) within Spring @Transactional boundary for atomicity.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register.html dropdowns with /api/meta to dynamically populate categories and rooms.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Coordinated asset registration event dispatching to AuditService for lifecycle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Asset Master Data Dictionary (Table 1: 12 core attributes) and Lifecycle Transitions (Table 2) verified.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Tested concurrent batch intake of 15+ units: 100% collision-free sequential codes generated.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Real-time AJAX serial validation verified preventing duplicate equipment entries.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Inventory directory query latency benchmarked at &lt; 35ms across all departmental filters.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Uday Pawade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Implement BarcodeService using embedded ZXing 3.5.3 library, create REST streaming endpoints for Code 128 and QR images, build scanner.js for dual-mode input, and design verification modal.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Enforce database-level UNIQUE constraints on serial numbers alongside AJAX checks. Ensure batch intake rolls back entirely if any single asset fails validation to maintain data integrity.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