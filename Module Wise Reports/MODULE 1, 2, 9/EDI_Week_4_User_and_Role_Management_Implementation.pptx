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1600"/>
            <a:ext cx="8686800" cy="406400"/>
          </a:xfrm>
          <a:prstGeom prst="rect">
            <a:avLst/>
          </a:prstGeom>
          <a:solidFill>
            <a:srgbClr val="8DBDE5"/>
          </a:solidFill>
          <a:ln w="1524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800" b="1">
                <a:solidFill>
                  <a:srgbClr val="0A1937"/>
                </a:solidFill>
                <a:latin typeface="Calibri"/>
              </a:defRPr>
            </a:pPr>
            <a:r>
              <a:t>STUDENT TEAM WEEKLY REPORT – ONE PAGE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84200"/>
            <a:ext cx="27686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PROJECT / FEATURE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F0F0F"/>
                </a:solidFill>
                <a:latin typeface="Calibri"/>
              </a:defRPr>
            </a:pPr>
            <a:r>
              <a:t>Department Asset Tracking &amp; Barcode Scanning System</a:t>
            </a:r>
          </a:p>
          <a:p>
            <a:pPr algn="l">
              <a:defRPr sz="850">
                <a:solidFill>
                  <a:srgbClr val="0F0F0F"/>
                </a:solidFill>
                <a:latin typeface="Calibri"/>
              </a:defRPr>
            </a:pPr>
            <a:r>
              <a:t>Task 4: User and Role Management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584200"/>
            <a:ext cx="2997200" cy="9144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TEAM &amp; MENTOR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Team: 1 (Governance &amp; Directory)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Faculty Mentor: Mr. Mahesh Kandekar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0" y="584200"/>
            <a:ext cx="26670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WEEK TEAM / LEADER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Week 4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Week Leader: Sanskruti Ghavghave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4800"/>
            <a:ext cx="2844799" cy="2108200"/>
          </a:xfrm>
          <a:prstGeom prst="rect">
            <a:avLst/>
          </a:prstGeom>
          <a:solidFill>
            <a:srgbClr val="8DD14F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WORK COMPLETED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AuthController and AuthService in Spring Boot 3.3.5 handling login and session lookup.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Integrated org.mindrot.jbcrypt 0.4 for BCrypt salted password hashing and credential verification.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Created DataInitializer CommandLineRunner to auto-seed default institutional accounts on startup.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Developed app.js client with asynchronous Fetch API, localStorage token caching, and auth headers.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renderNavbar() dynamic UI gating hiding administrative tabs based on user role.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74800"/>
            <a:ext cx="2819399" cy="2108200"/>
          </a:xfrm>
          <a:prstGeom prst="rect">
            <a:avLst/>
          </a:prstGeom>
          <a:solidFill>
            <a:srgbClr val="F72D32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CHALLENGES / RISKS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Stale tokens persisting in browser localStorage after server restarts causing unhandled 401 errors.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Server restart purging in-memory token store, requiring faculty users to re-authenticate.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Plaintext password exposure risks over unencrypted HTTP network communication in intranet.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799" y="1574800"/>
            <a:ext cx="2768600" cy="2108200"/>
          </a:xfrm>
          <a:prstGeom prst="rect">
            <a:avLst/>
          </a:prstGeom>
          <a:solidFill>
            <a:srgbClr val="FFD21A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HELP NEEDED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Review automated test coverage for positive, negative, and role-boundary authentication scenarios.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Verification of BCrypt workload factor (10 rounds) balancing security and server CPU overhead.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Guidance on handling session expiration toasts and automatic redirect to login.html.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59199"/>
            <a:ext cx="4292599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INTEGRATION AND COLLABORATION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Integrated AuthService with UserRepository using derived queries (findByEmail).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HTTP 401 response interceptor in app.js clearing stale tokens and redirecting to login.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Coordinated with all module screens to ensure consistent Authorization: Bearer &lt;token&gt; headers.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Verified role badges render correctly across Admin, HOD, Staff, Scanner, and Auditor sessions.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3600" y="3759199"/>
            <a:ext cx="4241800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COMMON KPI EVIDENCE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Executed 8 verification test cases (TC-AUTH-001 to 008) achieving 100% pass rate.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Production backend classes (AuthController, AuthService, DataInitializer) compiled and deployed.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Automated seeder successfully initialized default accounts in asset_tracking_db on cold boot.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Zero credential leaks confirmed: password hashes excluded from all API response payloads.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2400"/>
            <a:ext cx="4292599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NEXT WEEK COMMITMENTS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Next week leader: Yash Bhure</a:t>
            </a:r>
          </a:p>
          <a:p>
            <a:pPr algn="l">
              <a:defRPr sz="880">
                <a:solidFill>
                  <a:srgbClr val="0F0F0F"/>
                </a:solidFill>
                <a:latin typeface="Calibri"/>
              </a:defRPr>
            </a:pPr>
            <a:r>
              <a:t>Target: Develop Asset.java entity model mapping 23 fields, build SequenceService with pessimistic row locking for AST-YYYY-XXXXXX codes, implement single and batch intake, and create filterable assets.html directory.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5232400"/>
            <a:ext cx="4241800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MENTOR RESPONSE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F0F0F"/>
                </a:solidFill>
                <a:latin typeface="Calibri"/>
              </a:rPr>
              <a:t>Suggested mentor guidance: </a:t>
            </a:r>
            <a:r>
              <a:rPr sz="880" b="0">
                <a:solidFill>
                  <a:srgbClr val="0F0F0F"/>
                </a:solidFill>
                <a:latin typeface="Calibri"/>
              </a:rPr>
              <a:t>Verify that DataInitializer handles existing accounts idempotently without duplicate key errors. Ensure client-side route protection is backed by server-side role validation on all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