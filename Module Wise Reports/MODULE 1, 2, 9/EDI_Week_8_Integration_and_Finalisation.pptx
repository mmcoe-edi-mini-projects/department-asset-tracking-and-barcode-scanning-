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01600"/>
            <a:ext cx="8686800" cy="406400"/>
          </a:xfrm>
          <a:prstGeom prst="rect">
            <a:avLst/>
          </a:prstGeom>
          <a:solidFill>
            <a:srgbClr val="8DBDE5"/>
          </a:solidFill>
          <a:ln w="1524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800" b="1">
                <a:solidFill>
                  <a:srgbClr val="0A1937"/>
                </a:solidFill>
                <a:latin typeface="Calibri"/>
              </a:defRPr>
            </a:pPr>
            <a:r>
              <a:t>STUDENT TEAM WEEKLY REPORT – ONE PAGE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84200"/>
            <a:ext cx="27686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PROJECT / FEATURE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F0F0F"/>
                </a:solidFill>
                <a:latin typeface="Calibri"/>
              </a:defRPr>
            </a:pPr>
            <a:r>
              <a:t>Department Asset Tracking &amp; Barcode Scanning System</a:t>
            </a:r>
          </a:p>
          <a:p>
            <a:pPr algn="l">
              <a:defRPr sz="850">
                <a:solidFill>
                  <a:srgbClr val="0F0F0F"/>
                </a:solidFill>
                <a:latin typeface="Calibri"/>
              </a:defRPr>
            </a:pPr>
            <a:r>
              <a:t>Task 8: Integration, Verification and Finalisation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584200"/>
            <a:ext cx="2997200" cy="9144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TEAM &amp; MENTOR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Team: 1 (Governance &amp; Directory)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Faculty Mentor: Mr. Mahesh Kandekar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0" y="584200"/>
            <a:ext cx="26670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WEEK TEAM / LEADER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Week 8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Week Leader: Sanskruti Ghavghave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Date: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4800"/>
            <a:ext cx="2844799" cy="2108200"/>
          </a:xfrm>
          <a:prstGeom prst="rect">
            <a:avLst/>
          </a:prstGeom>
          <a:solidFill>
            <a:srgbClr val="8DD14F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WORK COMPLETED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Integrated all 9 modules into cohesive architecture on Java 25, Spring Boot 3.3.5, and MySQL 8.0.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Verified end-to-end flow: Auth -&gt; Asset Intake -&gt; Barcode Streaming -&gt; Laser Scan -&gt; Audit Trail.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Executed end-to-end verification test suite (E2E-INT-001 to 008) achieving 100% pass across all workflows.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Benchmarked performance: 51 classes compiled, 3.1s cold boot, &lt; 18ms barcode stream, &lt; 35ms query.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Assembled 1-click launcher (run_backend.bat), unified SQL scripts, and complete 8-week EDI report suite.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74800"/>
            <a:ext cx="2819399" cy="2108200"/>
          </a:xfrm>
          <a:prstGeom prst="rect">
            <a:avLst/>
          </a:prstGeom>
          <a:solidFill>
            <a:srgbClr val="F72D32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CHALLENGES / RISKS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Potential port 8080 conflicts with existing web servers on examiner laboratory workstations.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Evaluator machines missing running MySQL daemon on initial cold launch.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Unavailability of physical handheld barcode scanner during viva examination presentations.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799" y="1574800"/>
            <a:ext cx="2768600" cy="2108200"/>
          </a:xfrm>
          <a:prstGeom prst="rect">
            <a:avLst/>
          </a:prstGeom>
          <a:solidFill>
            <a:srgbClr val="FFD21A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HELP NEEDED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Final project presentation review and demonstration walkthrough with faculty guide.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Verification of institutional submission bundle formatting, DOCX/PDF reports, and PPTX slide deck.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Sign-off on final project viva readiness and laboratory deployment authorization.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59199"/>
            <a:ext cx="4292599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INTEGRATION AND COLLABORATION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Harmonized interface contracts between Governance (Team 1), Barcode (Team 2), Intake, and Maintenance.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Created automated run_backend.bat launcher verifying database connectivity and launching web browser.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Verified 100% referential consistency across all 19 tables in asset_tracking_db with 0 orphaned records.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Prepared pre-printed demo barcode tag sheets and camera scanning fallback for live examination viva.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3600" y="3759199"/>
            <a:ext cx="4241800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COMMON KPI EVIDENCE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E2E Integration Verification Matrix (Table 1: 8 test scenarios) executed with 100% pass rate.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Architectural Benchmarking Matrix (Table 2): 3.1s cold boot, &lt; 18ms barcode, &lt; 35ms query latency.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Zero npm/Node runtime overhead: frontend implemented in 100% Vanilla HTML5, CSS3, and ES6+.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Complete submission package compiled: 8 individual weekly reports, combined PDF, and editable PPTX.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232400"/>
            <a:ext cx="4292599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NEXT WEEK COMMITMENTS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Final Project Milestone: Viva &amp; Institutional Demonstration</a:t>
            </a:r>
          </a:p>
          <a:p>
            <a:pPr algn="l">
              <a:defRPr sz="880">
                <a:solidFill>
                  <a:srgbClr val="0F0F0F"/>
                </a:solidFill>
                <a:latin typeface="Calibri"/>
              </a:defRPr>
            </a:pPr>
            <a:r>
              <a:t>Target: Present project architecture, demonstrate live handheld laser barcode scanning and webcam decoding to evaluators, showcase tamper-evident forensic audit trail, and initiate department lab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5232400"/>
            <a:ext cx="4241800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MENTOR RESPONSE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F0F0F"/>
                </a:solidFill>
                <a:latin typeface="Calibri"/>
              </a:rPr>
              <a:t>Documented mentor feedback: </a:t>
            </a:r>
            <a:r>
              <a:rPr sz="880" b="0">
                <a:solidFill>
                  <a:srgbClr val="0F0F0F"/>
                </a:solidFill>
                <a:latin typeface="Calibri"/>
              </a:rPr>
              <a:t>Comprehensive end-to-end physical-to-digital integration verified. Sub-18ms barcode generation and robust database referential integrity meet all technical benchmarks. Project approved for final EDI viva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