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01600"/>
            <a:ext cx="8686800" cy="406400"/>
          </a:xfrm>
          <a:prstGeom prst="rect">
            <a:avLst/>
          </a:prstGeom>
          <a:solidFill>
            <a:srgbClr val="8DBDE5"/>
          </a:solidFill>
          <a:ln w="1524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defRPr sz="1800" b="1">
                <a:solidFill>
                  <a:srgbClr val="0A1937"/>
                </a:solidFill>
                <a:latin typeface="Calibri"/>
              </a:defRPr>
            </a:pPr>
            <a:r>
              <a:t>STUDENT TEAM WEEKLY REPORT – ONE PAGE TEMPLATE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584200"/>
            <a:ext cx="27686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PROJECT / FEATURE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0F0F0F"/>
                </a:solidFill>
                <a:latin typeface="Calibri"/>
              </a:defRPr>
            </a:pPr>
            <a:r>
              <a:t>Department Asset Tracking &amp; Barcode Scanning System</a:t>
            </a:r>
          </a:p>
          <a:p>
            <a:pPr algn="l">
              <a:defRPr sz="850">
                <a:solidFill>
                  <a:srgbClr val="0F0F0F"/>
                </a:solidFill>
                <a:latin typeface="Calibri"/>
              </a:defRPr>
            </a:pPr>
            <a:r>
              <a:t>Task 3: User and Role Management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124200" y="584200"/>
            <a:ext cx="2997200" cy="9144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TEAM &amp; MENTOR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Team: 1 (Governance &amp; Directory)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Faculty Mentor: Mr. Mahesh Kandekar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8400" y="584200"/>
            <a:ext cx="2667000" cy="9144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WEEK TEAM / LEADER</a:t>
            </a:r>
          </a:p>
          <a:p>
            <a:pPr algn="l">
              <a:spcAft>
                <a:spcPts val="200"/>
              </a:spcAft>
              <a:defRPr sz="950">
                <a:solidFill>
                  <a:srgbClr val="0F0F0F"/>
                </a:solidFill>
                <a:latin typeface="Calibri"/>
              </a:defRPr>
            </a:pPr>
            <a:r>
              <a:t>Week 3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Week Leader: Tanishka Wagh</a:t>
            </a:r>
          </a:p>
          <a:p>
            <a:pPr algn="l">
              <a:defRPr sz="950">
                <a:solidFill>
                  <a:srgbClr val="0F0F0F"/>
                </a:solidFill>
                <a:latin typeface="Calibri"/>
              </a:defRPr>
            </a:pPr>
            <a:r>
              <a:t>Date: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574800"/>
            <a:ext cx="2844799" cy="2108200"/>
          </a:xfrm>
          <a:prstGeom prst="rect">
            <a:avLst/>
          </a:prstGeom>
          <a:solidFill>
            <a:srgbClr val="8DD14F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WORK COMPLETED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Formulated 5-tier RBAC framework: asset_admin, dept_head, staff, scanner_operator, auditor.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Designed cryptographic auth workflow using jBCrypt ($2a$10$) salted password hashing.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Architected stateless in-memory UUID token session store for sub-millisecond verification.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Documented REST API contracts for /api/auth/login, /api/auth/me, and /api/meta endpoints.</a:t>
            </a:r>
          </a:p>
          <a:p>
            <a:pPr algn="l">
              <a:spcAft>
                <a:spcPts val="22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Designed glassmorphic login.html interface mockup with 1-click role switcher badges.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74800"/>
            <a:ext cx="2819399" cy="2108200"/>
          </a:xfrm>
          <a:prstGeom prst="rect">
            <a:avLst/>
          </a:prstGeom>
          <a:solidFill>
            <a:srgbClr val="F72D32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CHALLENGES / RISKS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Token leakage vulnerabilities through browser URL parameters or unencrypted local storage.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Brute-force credential stuffing attempts against administrative and faculty login endpoints.</a:t>
            </a:r>
          </a:p>
          <a:p>
            <a:pPr algn="l">
              <a:spcAft>
                <a:spcPts val="25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Stale session permissions persisting if an administrator alters user roles during active sessions.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6799" y="1574800"/>
            <a:ext cx="2768600" cy="2108200"/>
          </a:xfrm>
          <a:prstGeom prst="rect">
            <a:avLst/>
          </a:prstGeom>
          <a:solidFill>
            <a:srgbClr val="FFD21A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50"/>
              </a:spcAft>
              <a:defRPr sz="1150" b="1">
                <a:solidFill>
                  <a:srgbClr val="000000"/>
                </a:solidFill>
                <a:latin typeface="Calibri"/>
              </a:defRPr>
            </a:pPr>
            <a:r>
              <a:t>HELP NEEDED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Review granular permission flags mapped to Department Head vs Asset Administrator roles.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Guidance on session token expiration timeout duration and automatic client logout policies.</a:t>
            </a:r>
          </a:p>
          <a:p>
            <a:pPr algn="l">
              <a:spcAft>
                <a:spcPts val="280"/>
              </a:spcAft>
              <a:defRPr sz="88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Evaluation of CORS policy configuration between Spring Boot backend and static web assets.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59199"/>
            <a:ext cx="4292599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INTEGRATION AND COLLABORATION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Aligned authentication response DTO with frontend navbar rendering and route gating logic.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Coordinated with Asset Master team for role-restricted intake and disposal approval endpoints.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Established standardized error response structure ({ok: false, message: ...}) across auth APIs.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Defined User entity relationship mapping with roles and departments in MySQL persistence layer.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73600" y="3759199"/>
            <a:ext cx="4241800" cy="1397000"/>
          </a:xfrm>
          <a:prstGeom prst="rect">
            <a:avLst/>
          </a:prstGeom>
          <a:solidFill>
            <a:srgbClr val="D1E0F1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COMMON KPI EVIDENCE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Multi-tiered RBAC Operational Permission Matrix (Table 1) completed across 8 functional areas.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REST API Authentication Interface Contracts (Table 2) specified with request/response schemas.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Responsive login.html UI mockup created with functional credential validation styling.</a:t>
            </a:r>
          </a:p>
          <a:p>
            <a:pPr algn="l">
              <a:spcAft>
                <a:spcPts val="180"/>
              </a:spcAft>
              <a:defRPr sz="860">
                <a:latin typeface="Calibri"/>
              </a:defRPr>
            </a:pPr>
            <a:r>
              <a:rPr b="1">
                <a:solidFill>
                  <a:srgbClr val="1E1E1E"/>
                </a:solidFill>
              </a:rPr>
              <a:t>• </a:t>
            </a:r>
            <a:r>
              <a:rPr b="0">
                <a:solidFill>
                  <a:srgbClr val="0F0F0F"/>
                </a:solidFill>
              </a:rPr>
              <a:t>Architectural authentication sequence flowchart documented from login request to token check.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5232400"/>
            <a:ext cx="4292599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NEXT WEEK COMMITMENTS</a:t>
            </a:r>
          </a:p>
          <a:p>
            <a:pPr algn="l">
              <a:spcAft>
                <a:spcPts val="200"/>
              </a:spcAft>
              <a:defRPr sz="950" b="1">
                <a:solidFill>
                  <a:srgbClr val="0F0F0F"/>
                </a:solidFill>
                <a:latin typeface="Calibri"/>
              </a:defRPr>
            </a:pPr>
            <a:r>
              <a:t>Next week leader: Sanskruti Ghavghave</a:t>
            </a:r>
          </a:p>
          <a:p>
            <a:pPr algn="l">
              <a:defRPr sz="880">
                <a:solidFill>
                  <a:srgbClr val="0F0F0F"/>
                </a:solidFill>
                <a:latin typeface="Calibri"/>
              </a:defRPr>
            </a:pPr>
            <a:r>
              <a:t>Target: Implement AuthController, AuthService, and UserRepository in Spring Boot 3.3.5, integrate jBCrypt password hashing, build DataInitializer startup seeder, and verify frontend login client integration.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3600" y="5232400"/>
            <a:ext cx="4241800" cy="1498600"/>
          </a:xfrm>
          <a:prstGeom prst="rect">
            <a:avLst/>
          </a:prstGeom>
          <a:solidFill>
            <a:srgbClr val="FBE2D5"/>
          </a:solidFill>
          <a:ln w="13970">
            <a:solidFill>
              <a:srgbClr val="1E1E1E"/>
            </a:solidFill>
          </a:ln>
          <a:effectLst>
            <a:outerShdw blurRad="25000" dist="15000" dir="5400000" algn="tl" rotWithShape="0">
              <a:srgbClr val="00000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l">
              <a:spcAft>
                <a:spcPts val="200"/>
              </a:spcAft>
              <a:defRPr sz="1100" b="1">
                <a:solidFill>
                  <a:srgbClr val="000000"/>
                </a:solidFill>
                <a:latin typeface="Calibri"/>
              </a:defRPr>
            </a:pPr>
            <a:r>
              <a:t>MENTOR RESPONSE</a:t>
            </a:r>
          </a:p>
          <a:p>
            <a:pPr algn="l">
              <a:spcAft>
                <a:spcPts val="100"/>
              </a:spcAft>
            </a:pPr>
            <a:r>
              <a:rPr sz="900" b="1">
                <a:solidFill>
                  <a:srgbClr val="0F0F0F"/>
                </a:solidFill>
                <a:latin typeface="Calibri"/>
              </a:rPr>
              <a:t>Suggested mentor guidance: </a:t>
            </a:r>
            <a:r>
              <a:rPr sz="880" b="0">
                <a:solidFill>
                  <a:srgbClr val="0F0F0F"/>
                </a:solidFill>
                <a:latin typeface="Calibri"/>
              </a:rPr>
              <a:t>Ensure password hashes are never exposed in user DTO responses. Implement client-side input sanitization (.trim().toLowerCase()) and generic error messages to prevent account enumeration.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