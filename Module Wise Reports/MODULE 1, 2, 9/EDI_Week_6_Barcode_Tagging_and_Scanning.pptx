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6: Barcode Tagging and Scanning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6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Uday Pawade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native ZXing 3.5.3 library into Spring Boot for Code 128 and QR code generation.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BarcodeController streaming in-memory PNG bytes (/api/barcode/*) with &lt; 18ms latency.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Developed scanner.js supporting dual inputs: handheld USB laser guns and WebRTC cameras.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keypress timing buffer (&lt; 50ms) to distinguish hardware scanner inputs from manual typing.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Built real-time asset verification modal on /api/assets/code/{code} and printable thermal tag CSS.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Low-light laboratory conditions or blurred camera streams failing to decode optical barcodes.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Fast manual typing in search inputs accidentally triggering scanner keystroke event listeners.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Physical wear, tearing or chemical spills degrading printed barcode labels on laboratory equipment.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camera stream resolution downscaling (640x480) for optimal mobile decoding performance.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Feedback on thermal label sticker layout specifications (asset code, 1D barcode, QR code, name).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fallback optical decoding hints (TRY_HARDER, PURE_BARCODE) in BarcodeService.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Linked barcode generation stream directly to asset registration modal for instant tag printing.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Connected scanner.js lookup handler to AssetController displaying verified specs, room, and custodian.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Added asset_tags database record synchronization mapping barcode_value to asset_id on creation.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server-side image upload decoding fallback (/api/barcode/decode) for damaged physical labels.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Barcode Specification Matrix (Table 1: Code 128, QR, Thermal Sheet) documented with standards.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In-memory generation benchmarks: Code 128 rendered in &lt; 16ms; 2D QR rendered in &lt; 18ms.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Dual input scanner response verified: USB laser gun opens verification modal in &lt; 25ms.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100% decoding accuracy achieved across valid, duplicate, and unregistered barcode test samples.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Tanishka Wagh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Implement ReportService with real-time inventory aggregation and valuation, develop AuditService with immutable append-only audit trail logging, and build reports.html dashboard.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Pair 1D Code 128 barcodes with 2D QR codes on thermal labels for dual-scan redundancy. Ensure camera scanning handles diverse lighting and includes human-readable asset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