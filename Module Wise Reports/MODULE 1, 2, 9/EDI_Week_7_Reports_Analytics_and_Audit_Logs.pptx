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7: Reports, Analytics and Audit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7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Tanishka Wagh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Implemented ReportService and ReportController aggregating active inventory, status counts, and valuation.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Formulated high-performance SQL grouping queries for real-time category, dept, and condition stats.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Built dynamic fiscal valuation engine (SUM(cost)) filtering out decommissioned and scrapped assets.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Developed AuditService and AuditLog entity with append-only persistence recording all system mutations.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Built reports.html dashboard with interactive KPI cards, distribution visualizers, and audit log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Dashboard aggregation query slowdowns as institutional inventory scales to thousands of records.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Long-term storage growth of the audit_log table over consecutive academic years.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Risk of unrecorded manual database alterations bypassing the application audit logging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composite indexing strategy on (is_deleted, status, department_id) for aggregation queries.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institutional accreditation (NAAC/NBA) audit compliance reporting formats.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Confirmation of disposal and write-off financial rules for capital equipment depreciation.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AuditService.log() across AssetService, AuthService, and TransferController workflows.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Verified reports.html automatically reflects real-time status updates following asset intake and transfers.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Enforced strict read-only access on /api/reports/audit-logs guarded by asset_admin and auditor roles.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Ensured audit_log schema provides zero update or delete endpoints, ensuring tamper-evident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Institutional Reporting Metrics Table (Table 1) and Forensic Audit Specifications (Table 2) completed.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Dashboard KPI aggregations benchmarked: total counts and valuation computed in &lt; 25ms.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Immutable audit logging verified across 7 lifecycle events (REGISTER, TRANSFER, ASSIGN, DISPOSE).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Zero financial distortion verified: scrapped assets successfully excluded from active valuation sums.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Sanskruti Ghavghave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Execute end-to-end integration across all 9 modules, conduct quality and performance benchmarking, build 1-click launcher run_backend.bat, and compile final report deliverables.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Ensure the audit log table is strictly immutable with no delete or update endpoints. Verify that capital valuation queries exclude scrapped assets to prevent overstating institutional inventory worth.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