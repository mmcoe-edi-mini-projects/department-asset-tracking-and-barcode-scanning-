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 algn="ctr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sz="2000">
                <a:latin typeface="Arial"/>
              </a:rPr>
              <a:t>Module 7,8 -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Department Asset Tracking and Bar code Reader</a:t>
            </a: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defRPr sz="1300"/>
            </a:pPr>
            <a:r>
              <a:rPr sz="1200">
                <a:latin typeface="Arial"/>
              </a:rPr>
              <a:t>WEEK TEAM/LEADER</a:t>
            </a:r>
          </a:p>
          <a:p>
            <a:pPr>
              <a:defRPr sz="1300"/>
            </a:pPr>
            <a:r>
              <a:rPr sz="1200">
                <a:latin typeface="Arial"/>
              </a:rPr>
              <a:t>WEEK 7:</a:t>
            </a:r>
          </a:p>
          <a:p>
            <a:pPr>
              <a:defRPr sz="1300"/>
            </a:pPr>
            <a:r>
              <a:rPr sz="1200">
                <a:latin typeface="Arial"/>
              </a:rPr>
              <a:t>Sai S Patil.</a:t>
            </a: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Team ID : 03.</a:t>
            </a: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Mr. Mahesh Kandekar.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WORK COMPLETED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Mapped maintenance and asset-transfer steps to the proposed audit trail.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Identified audit details: Asset ID, action, date and responsible user.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Reviewed available asset and maintenance records for reconciliation.</a:t>
            </a: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CHALLENGES/RISKS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Asset IDs may be missing or inconsistent across records.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Every relevant asset change must be captured in audit history.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Duplicate entries and mismatched dates or statuses need handling.</a:t>
            </a: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HELP NEEDED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Confirm required audit fields and event types.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 rules for mismatched asset records.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Clarify audit history expected for disposal and transfer.</a:t>
            </a:r>
          </a:p>
        </p:txBody>
      </p:sp>
      <p:sp>
        <p:nvSpPr>
          <p:cNvPr id="48" name="CustomShape 8"/>
          <p:cNvSpPr/>
          <p:nvPr/>
        </p:nvSpPr>
        <p:spPr>
          <a:xfrm>
            <a:off x="460440" y="4160520"/>
            <a:ext cx="5591880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INTEGRATION AND COLLABORATION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Linked maintenance and transfer workflow steps to audit-trail requirements.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Reviewed which asset changes should create audit records.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Prepared reconciliation checks using available project records.</a:t>
            </a:r>
          </a:p>
        </p:txBody>
      </p:sp>
      <p:sp>
        <p:nvSpPr>
          <p:cNvPr id="49" name="CustomShape 9"/>
          <p:cNvSpPr/>
          <p:nvPr/>
        </p:nvSpPr>
        <p:spPr>
          <a:xfrm>
            <a:off x="6241680" y="4160520"/>
            <a:ext cx="561852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COMMON KPI EVIDENCES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Audit events and required fields identified.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Maintenance and transfer records reviewed for reconciliation.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Missing-history and data-mismatch cases listed for follow-up.</a:t>
            </a:r>
          </a:p>
        </p:txBody>
      </p:sp>
      <p:sp>
        <p:nvSpPr>
          <p:cNvPr id="50" name="CustomShape 10"/>
          <p:cNvSpPr/>
          <p:nvPr/>
        </p:nvSpPr>
        <p:spPr>
          <a:xfrm>
            <a:off x="437040" y="5486400"/>
            <a:ext cx="6618960" cy="96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NEXT WEEK COMMITMENTS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Test reconciliation against project data.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Verify audit entries for maintenance, transfer and disposal.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Record and resolve missing or inconsistent asset history.</a:t>
            </a:r>
          </a:p>
        </p:txBody>
      </p:sp>
      <p:sp>
        <p:nvSpPr>
          <p:cNvPr id="51" name="CustomShape 11"/>
          <p:cNvSpPr/>
          <p:nvPr/>
        </p:nvSpPr>
        <p:spPr>
          <a:xfrm>
            <a:off x="7242480" y="5413248"/>
            <a:ext cx="4618080" cy="138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t>MENTOR RESPONSE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Review audit fields and event coverage.</a:t>
            </a:r>
          </a:p>
          <a:p>
            <a:pPr>
              <a:spcAft>
                <a:spcPts val="200"/>
              </a:spcAft>
              <a:defRPr sz="950">
                <a:latin typeface="Arial"/>
              </a:defRPr>
            </a:pPr>
            <a:r>
              <a:t>• Confirm reconciliation rules and handling of mismatched records.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610560" y="2221992"/>
            <a:ext cx="3021120" cy="182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4" name="CustomShape 14"/>
          <p:cNvSpPr/>
          <p:nvPr/>
        </p:nvSpPr>
        <p:spPr>
          <a:xfrm>
            <a:off x="4273920" y="2350008"/>
            <a:ext cx="3438720" cy="155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5" name="CustomShape 15"/>
          <p:cNvSpPr/>
          <p:nvPr/>
        </p:nvSpPr>
        <p:spPr>
          <a:xfrm>
            <a:off x="8339040" y="2377440"/>
            <a:ext cx="3438720" cy="114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