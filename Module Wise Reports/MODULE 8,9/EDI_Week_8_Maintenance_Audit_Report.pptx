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 algn="ctr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sz="2000">
                <a:latin typeface="Arial"/>
              </a:rPr>
              <a:t>Week 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Department Asset Tracking and Bar code Reader</a:t>
            </a: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defRPr sz="1300"/>
            </a:pPr>
            <a:r>
              <a:rPr sz="1200">
                <a:latin typeface="Arial"/>
              </a:rPr>
              <a:t>WEEK TEAM/LEADER</a:t>
            </a:r>
          </a:p>
          <a:p>
            <a:pPr>
              <a:defRPr sz="1300"/>
            </a:pPr>
            <a:r>
              <a:rPr sz="1200">
                <a:latin typeface="Arial"/>
              </a:rPr>
              <a:t>WEEK 8:</a:t>
            </a:r>
          </a:p>
          <a:p>
            <a:pPr>
              <a:defRPr sz="1300"/>
            </a:pPr>
            <a:r>
              <a:rPr sz="1200">
                <a:latin typeface="Arial"/>
              </a:rPr>
              <a:t>Sai S Patil.</a:t>
            </a: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Team ID : 03.</a:t>
            </a: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Mr. Mahesh Kandekar.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WORK COMPLETED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Reviewed offline scan capture needs for asset checks.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Listed unmatched and duplicate scan cases for handling.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Connected scan exceptions to asset audit and reconciliation needs.</a:t>
            </a: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CHALLENGES/RISKS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Offline scans may sync late or more than once.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Unmatched barcodes may not map to a valid Asset ID.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Conflicting status updates can affect audit accuracy.</a:t>
            </a: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HELP NEEDED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Confirm offline/mobile scanning is in project scope.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 duplicate-scan and retry rules.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Confirm how unmatched scans should be flagged for review.</a:t>
            </a:r>
          </a:p>
        </p:txBody>
      </p:sp>
      <p:sp>
        <p:nvSpPr>
          <p:cNvPr id="48" name="CustomShape 8"/>
          <p:cNvSpPr/>
          <p:nvPr/>
        </p:nvSpPr>
        <p:spPr>
          <a:xfrm>
            <a:off x="460440" y="4160520"/>
            <a:ext cx="5591880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INTEGRATION AND COLLABORATION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Mapped scan events to asset records and audit history.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Identified sync checks needed before reconciliation.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Shared edge cases for team testing and review.</a:t>
            </a:r>
          </a:p>
        </p:txBody>
      </p:sp>
      <p:sp>
        <p:nvSpPr>
          <p:cNvPr id="49" name="CustomShape 9"/>
          <p:cNvSpPr/>
          <p:nvPr/>
        </p:nvSpPr>
        <p:spPr>
          <a:xfrm>
            <a:off x="6241680" y="4160520"/>
            <a:ext cx="561852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COMMON KPI EVIDENCES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Offline-sync scenarios identified for testing.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Duplicate and unmatched scan cases documented.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Audit and reconciliation checks linked to scan events.</a:t>
            </a:r>
          </a:p>
        </p:txBody>
      </p:sp>
      <p:sp>
        <p:nvSpPr>
          <p:cNvPr id="50" name="CustomShape 10"/>
          <p:cNvSpPr/>
          <p:nvPr/>
        </p:nvSpPr>
        <p:spPr>
          <a:xfrm>
            <a:off x="437040" y="5486400"/>
            <a:ext cx="6618960" cy="96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NEXT WEEK COMMITMENTS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Test scan sync and retry scenarios where supported.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Verify duplicate scans do not create repeated records.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Check unmatched scans are flagged without corrupting history.</a:t>
            </a:r>
          </a:p>
        </p:txBody>
      </p:sp>
      <p:sp>
        <p:nvSpPr>
          <p:cNvPr id="51" name="CustomShape 11"/>
          <p:cNvSpPr/>
          <p:nvPr/>
        </p:nvSpPr>
        <p:spPr>
          <a:xfrm>
            <a:off x="7242480" y="5413248"/>
            <a:ext cx="4618080" cy="138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MENTOR RESPONSE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 offline-sync and exception-handling approach.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Confirm test cases for duplicate and unmatched scans.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610560" y="2221992"/>
            <a:ext cx="3021120" cy="182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4" name="CustomShape 14"/>
          <p:cNvSpPr/>
          <p:nvPr/>
        </p:nvSpPr>
        <p:spPr>
          <a:xfrm>
            <a:off x="4273920" y="2350008"/>
            <a:ext cx="3438720" cy="155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5" name="CustomShape 15"/>
          <p:cNvSpPr/>
          <p:nvPr/>
        </p:nvSpPr>
        <p:spPr>
          <a:xfrm>
            <a:off x="8339040" y="2377440"/>
            <a:ext cx="3438720" cy="114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