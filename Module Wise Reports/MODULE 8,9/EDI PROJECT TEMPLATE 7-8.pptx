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_rels/presentation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.xml.rels" ContentType="application/vnd.openxmlformats-package.relationships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_rels/slide1.xml.rels" ContentType="application/vnd.openxmlformats-package.relationships+xml"/>
  <Override PartName="/ppt/slides/slide1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2192000" cy="6858000"/>
  <p:notesSz cx="7559675" cy="10691812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1523880" y="1122480"/>
            <a:ext cx="9143640" cy="110667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pPr algn="ctr"/>
            <a:endParaRPr b="0" lang="en-IN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lIns="0" rIns="0" tIns="0" bIns="0" anchor="ctr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US" sz="28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1523880" y="1122480"/>
            <a:ext cx="9143640" cy="2387160"/>
          </a:xfrm>
          <a:prstGeom prst="rect">
            <a:avLst/>
          </a:prstGeom>
        </p:spPr>
        <p:txBody>
          <a:bodyPr anchor="b">
            <a:noAutofit/>
          </a:bodyPr>
          <a:p>
            <a:pPr algn="ctr">
              <a:lnSpc>
                <a:spcPct val="90000"/>
              </a:lnSpc>
            </a:pPr>
            <a:r>
              <a:rPr b="0" lang="en-US" sz="6000" spc="-1" strike="noStrike">
                <a:solidFill>
                  <a:srgbClr val="000000"/>
                </a:solidFill>
                <a:latin typeface="Calibri Light"/>
              </a:rPr>
              <a:t>Click to edit Master title style</a:t>
            </a:r>
            <a:endParaRPr b="0" lang="en-US" sz="60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dt"/>
          </p:nvPr>
        </p:nvSpPr>
        <p:spPr>
          <a:xfrm>
            <a:off x="8380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>
              <a:lnSpc>
                <a:spcPct val="100000"/>
              </a:lnSpc>
            </a:pPr>
            <a:fld id="{0FE4836E-EFB6-4362-AAD9-1EC4B2B73EB5}" type="datetime">
              <a:rPr b="0" lang="en-US" sz="1200" spc="-1" strike="noStrike">
                <a:solidFill>
                  <a:srgbClr val="8b8b8b"/>
                </a:solidFill>
                <a:latin typeface="Calibri"/>
              </a:rPr>
              <a:t>8/31/26</a:t>
            </a:fld>
            <a:endParaRPr b="0" lang="en-IN" sz="1200" spc="-1" strike="noStrike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ftr"/>
          </p:nvPr>
        </p:nvSpPr>
        <p:spPr>
          <a:xfrm>
            <a:off x="4038480" y="6356520"/>
            <a:ext cx="4114440" cy="364680"/>
          </a:xfrm>
          <a:prstGeom prst="rect">
            <a:avLst/>
          </a:prstGeom>
        </p:spPr>
        <p:txBody>
          <a:bodyPr anchor="ctr">
            <a:noAutofit/>
          </a:bodyPr>
          <a:p>
            <a:endParaRPr b="0" lang="en-IN" sz="2400" spc="-1" strike="noStrike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sldNum"/>
          </p:nvPr>
        </p:nvSpPr>
        <p:spPr>
          <a:xfrm>
            <a:off x="8610480" y="6356520"/>
            <a:ext cx="2742840" cy="364680"/>
          </a:xfrm>
          <a:prstGeom prst="rect">
            <a:avLst/>
          </a:prstGeom>
        </p:spPr>
        <p:txBody>
          <a:bodyPr anchor="ctr">
            <a:noAutofit/>
          </a:bodyPr>
          <a:p>
            <a:pPr algn="r">
              <a:lnSpc>
                <a:spcPct val="100000"/>
              </a:lnSpc>
            </a:pPr>
            <a:fld id="{499F29BC-F361-4921-9F4F-C7122E6FC289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en-IN" sz="12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CustomShape 1"/>
          <p:cNvSpPr/>
          <p:nvPr/>
        </p:nvSpPr>
        <p:spPr>
          <a:xfrm>
            <a:off x="410760" y="185400"/>
            <a:ext cx="11462760" cy="47772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 algn="ctr">
              <a:lnSpc>
                <a:spcPct val="100000"/>
              </a:lnSpc>
              <a:tabLst>
                <a:tab algn="l" pos="0"/>
              </a:tabLst>
            </a:pPr>
            <a:r>
              <a:rPr b="1" lang="en-US" sz="1800" spc="-1" strike="noStrike" baseline="-25000">
                <a:solidFill>
                  <a:srgbClr val="000000"/>
                </a:solidFill>
                <a:latin typeface="Calibri"/>
                <a:ea typeface="Noto Sans CJK SC"/>
              </a:rPr>
              <a:t> </a:t>
            </a:r>
            <a:r>
              <a:rPr b="1" lang="en-US" sz="2400" spc="-1" strike="noStrike">
                <a:solidFill>
                  <a:srgbClr val="000000"/>
                </a:solidFill>
                <a:latin typeface="Calibri"/>
                <a:ea typeface="Calibri"/>
              </a:rPr>
              <a:t>Module 7,8 - Weekly Report</a:t>
            </a:r>
            <a:endParaRPr b="0" lang="en-IN" sz="2400" spc="-1" strike="noStrike">
              <a:latin typeface="Arial"/>
            </a:endParaRPr>
          </a:p>
        </p:txBody>
      </p:sp>
      <p:sp>
        <p:nvSpPr>
          <p:cNvPr id="41" name="CustomShape 2"/>
          <p:cNvSpPr/>
          <p:nvPr/>
        </p:nvSpPr>
        <p:spPr>
          <a:xfrm>
            <a:off x="410760" y="819000"/>
            <a:ext cx="3445200" cy="9126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PROJECT/FEATURE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Department Asset Tracking and Bar code Reader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2" name="CustomShape 3"/>
          <p:cNvSpPr/>
          <p:nvPr/>
        </p:nvSpPr>
        <p:spPr>
          <a:xfrm>
            <a:off x="8242920" y="795240"/>
            <a:ext cx="3630600" cy="9133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WEEK TEAM/LEADER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WEEK 3: 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  </a:t>
            </a: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Sai S Patil.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3" name="CustomShape 4"/>
          <p:cNvSpPr/>
          <p:nvPr/>
        </p:nvSpPr>
        <p:spPr>
          <a:xfrm>
            <a:off x="4121280" y="795240"/>
            <a:ext cx="3829680" cy="913320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800" spc="-1" strike="noStrike">
                <a:solidFill>
                  <a:srgbClr val="000000"/>
                </a:solidFill>
                <a:latin typeface="Calibri"/>
              </a:rPr>
              <a:t>TEAM &amp; MENTOR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Team ID : 03 .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  <a:tabLst>
                <a:tab algn="l" pos="0"/>
              </a:tabLst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  <a:ea typeface="Calibri"/>
              </a:rPr>
              <a:t>Mr.Mahesh Kandekar.</a:t>
            </a:r>
            <a:endParaRPr b="0" lang="en-IN" sz="1800" spc="-1" strike="noStrike">
              <a:latin typeface="Arial"/>
            </a:endParaRPr>
          </a:p>
        </p:txBody>
      </p:sp>
      <p:sp>
        <p:nvSpPr>
          <p:cNvPr id="44" name="CustomShape 5"/>
          <p:cNvSpPr/>
          <p:nvPr/>
        </p:nvSpPr>
        <p:spPr>
          <a:xfrm>
            <a:off x="450720" y="1943280"/>
            <a:ext cx="3445200" cy="2010600"/>
          </a:xfrm>
          <a:prstGeom prst="rect">
            <a:avLst/>
          </a:prstGeom>
          <a:solidFill>
            <a:srgbClr val="92d05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WORK COMPLETED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45" name="CustomShape 6"/>
          <p:cNvSpPr/>
          <p:nvPr/>
        </p:nvSpPr>
        <p:spPr>
          <a:xfrm>
            <a:off x="4121280" y="1954800"/>
            <a:ext cx="3829680" cy="2010600"/>
          </a:xfrm>
          <a:prstGeom prst="rect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CHALLENGES/RISKS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46" name="CustomShape 7"/>
          <p:cNvSpPr/>
          <p:nvPr/>
        </p:nvSpPr>
        <p:spPr>
          <a:xfrm>
            <a:off x="8242920" y="1954800"/>
            <a:ext cx="3630600" cy="2010600"/>
          </a:xfrm>
          <a:prstGeom prst="rect">
            <a:avLst/>
          </a:prstGeom>
          <a:solidFill>
            <a:srgbClr val="ffc000"/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HELP NEEDED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800" spc="-1" strike="noStrike">
              <a:latin typeface="Arial"/>
            </a:endParaRPr>
          </a:p>
        </p:txBody>
      </p:sp>
      <p:sp>
        <p:nvSpPr>
          <p:cNvPr id="47" name="CustomShape 8"/>
          <p:cNvSpPr/>
          <p:nvPr/>
        </p:nvSpPr>
        <p:spPr>
          <a:xfrm>
            <a:off x="460440" y="4159080"/>
            <a:ext cx="5591880" cy="144432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INTEGRATION AND COLLABORATION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1-Discussed the Maintenance module requirements with the team.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2-Coordinated the Maintenance workflow with the overall Department Asset Tracking project.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3-Planned how the Maintenance module will connect with other project modules.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100" spc="-1" strike="noStrike">
              <a:latin typeface="Arial"/>
            </a:endParaRPr>
          </a:p>
        </p:txBody>
      </p:sp>
      <p:sp>
        <p:nvSpPr>
          <p:cNvPr id="48" name="CustomShape 9"/>
          <p:cNvSpPr/>
          <p:nvPr/>
        </p:nvSpPr>
        <p:spPr>
          <a:xfrm>
            <a:off x="6241680" y="4159080"/>
            <a:ext cx="5618520" cy="109404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COMMON KPI EVIDENCES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1-Maintenance workflow prepared.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2-Class structure identified.</a:t>
            </a:r>
            <a:endParaRPr b="0" lang="en-IN" sz="16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600" spc="-1" strike="noStrike">
                <a:solidFill>
                  <a:srgbClr val="000000"/>
                </a:solidFill>
                <a:latin typeface="Calibri"/>
              </a:rPr>
              <a:t>3-Maintenance request fields and statuses defined.</a:t>
            </a:r>
            <a:endParaRPr b="0" lang="en-IN" sz="1600" spc="-1" strike="noStrike">
              <a:latin typeface="Arial"/>
            </a:endParaRPr>
          </a:p>
        </p:txBody>
      </p:sp>
      <p:sp>
        <p:nvSpPr>
          <p:cNvPr id="49" name="CustomShape 10"/>
          <p:cNvSpPr/>
          <p:nvPr/>
        </p:nvSpPr>
        <p:spPr>
          <a:xfrm>
            <a:off x="437040" y="5544000"/>
            <a:ext cx="6618960" cy="100332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NEXT  WEEK COMMITMENTS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I</a:t>
            </a: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Implement the MaintenanceRequest class.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Implement the MaintenanceService class.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Integrate Maintenance functions with Main.java.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0" name="CustomShape 11"/>
          <p:cNvSpPr/>
          <p:nvPr/>
        </p:nvSpPr>
        <p:spPr>
          <a:xfrm>
            <a:off x="7242480" y="5451480"/>
            <a:ext cx="4618080" cy="123228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MENTOR RESPONSE</a:t>
            </a:r>
            <a:endParaRPr b="0" lang="en-IN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300" spc="-1" strike="noStrike">
                <a:solidFill>
                  <a:srgbClr val="000000"/>
                </a:solidFill>
                <a:latin typeface="Calibri"/>
              </a:rPr>
              <a:t>Review the planned Maintenance workflow and class structure, and provide feedback before/while starting implementation.</a:t>
            </a:r>
            <a:endParaRPr b="0" lang="en-IN" sz="13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IN" sz="1300" spc="-1" strike="noStrike">
              <a:latin typeface="Arial"/>
            </a:endParaRPr>
          </a:p>
        </p:txBody>
      </p:sp>
      <p:sp>
        <p:nvSpPr>
          <p:cNvPr id="51" name="CustomShape 12"/>
          <p:cNvSpPr/>
          <p:nvPr/>
        </p:nvSpPr>
        <p:spPr>
          <a:xfrm>
            <a:off x="2451600" y="2146680"/>
            <a:ext cx="1231920" cy="3690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2" name="CustomShape 13"/>
          <p:cNvSpPr/>
          <p:nvPr/>
        </p:nvSpPr>
        <p:spPr>
          <a:xfrm>
            <a:off x="662760" y="2358720"/>
            <a:ext cx="3021120" cy="1528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1- Studied the requirements of the Maintenance and Status Tracking module.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2-Designed the basic workflow for reporting and tracking maintenance issues.</a:t>
            </a:r>
            <a:endParaRPr b="0" lang="en-IN" sz="105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050" spc="-1" strike="noStrike">
                <a:solidFill>
                  <a:srgbClr val="000000"/>
                </a:solidFill>
                <a:latin typeface="Calibri"/>
              </a:rPr>
              <a:t>3-Identified important asset and maintenance information such as Asset ID, Issue Description, Technician, Status and Dates.</a:t>
            </a:r>
            <a:endParaRPr b="0" lang="en-IN" sz="1050" spc="-1" strike="noStrike">
              <a:latin typeface="Arial"/>
            </a:endParaRPr>
          </a:p>
        </p:txBody>
      </p:sp>
      <p:sp>
        <p:nvSpPr>
          <p:cNvPr id="53" name="CustomShape 14"/>
          <p:cNvSpPr/>
          <p:nvPr/>
        </p:nvSpPr>
        <p:spPr>
          <a:xfrm>
            <a:off x="4273920" y="2349000"/>
            <a:ext cx="3438720" cy="1550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1-Understanding how Main, MaintenanceService and MaintenanceRequest should interact.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2-Deciding which information should be stored in the Asset and Maintenance Request classes.</a:t>
            </a:r>
            <a:endParaRPr b="0" lang="en-IN" sz="12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200" spc="-1" strike="noStrike">
                <a:solidFill>
                  <a:srgbClr val="000000"/>
                </a:solidFill>
                <a:latin typeface="Calibri"/>
              </a:rPr>
              <a:t>3- Understanding the complete flow from issue reporting to completion.</a:t>
            </a:r>
            <a:endParaRPr b="0" lang="en-IN" sz="1200" spc="-1" strike="noStrike">
              <a:latin typeface="Arial"/>
            </a:endParaRPr>
          </a:p>
        </p:txBody>
      </p:sp>
      <p:sp>
        <p:nvSpPr>
          <p:cNvPr id="54" name="CustomShape 15"/>
          <p:cNvSpPr/>
          <p:nvPr/>
        </p:nvSpPr>
        <p:spPr>
          <a:xfrm>
            <a:off x="8339040" y="2425680"/>
            <a:ext cx="3438720" cy="1094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1-Guidance on the proper structure and workflow of the Maintenance module.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2-Clarification on how technician assignment and status updates should work.</a:t>
            </a:r>
            <a:endParaRPr b="0" lang="en-IN" sz="11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r>
              <a:rPr b="0" lang="en-US" sz="1100" spc="-1" strike="noStrike">
                <a:solidFill>
                  <a:srgbClr val="000000"/>
                </a:solidFill>
                <a:latin typeface="Calibri"/>
              </a:rPr>
              <a:t>3-Feedback on the class design before starting full implementation.</a:t>
            </a:r>
            <a:endParaRPr b="0" lang="en-IN" sz="1100" spc="-1" strike="noStrike">
              <a:latin typeface="Arial"/>
            </a:endParaRPr>
          </a:p>
        </p:txBody>
      </p:sp>
      <p:sp>
        <p:nvSpPr>
          <p:cNvPr id="55" name="CustomShape 16"/>
          <p:cNvSpPr/>
          <p:nvPr/>
        </p:nvSpPr>
        <p:spPr>
          <a:xfrm>
            <a:off x="503640" y="6488640"/>
            <a:ext cx="8547120" cy="3034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>
            <a:spAutoFit/>
          </a:bodyPr>
          <a:p>
            <a:pPr>
              <a:lnSpc>
                <a:spcPct val="100000"/>
              </a:lnSpc>
            </a:pPr>
            <a:r>
              <a:rPr b="1" lang="en-US" sz="1400" spc="-1" strike="noStrike">
                <a:solidFill>
                  <a:srgbClr val="000000"/>
                </a:solidFill>
                <a:latin typeface="Calibri"/>
              </a:rPr>
              <a:t>  </a:t>
            </a:r>
            <a:endParaRPr b="0" lang="en-IN" sz="14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28</TotalTime>
  <Application>LibreOffice/6.4.7.2$Linux_X86_64 LibreOffice_project/40$Build-2</Application>
  <Words>196</Words>
  <Paragraphs>38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2026-08-06T17:56:38Z</dcterms:created>
  <dc:creator>HP</dc:creator>
  <dc:description/>
  <dc:language>en-IN</dc:language>
  <cp:lastModifiedBy/>
  <dcterms:modified xsi:type="dcterms:W3CDTF">2026-08-31T12:01:30Z</dcterms:modified>
  <cp:revision>8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15.0000</vt:lpwstr>
  </property>
  <property fmtid="{D5CDD505-2E9C-101B-9397-08002B2CF9AE}" pid="3" name="HiddenSlides">
    <vt:i4>0</vt:i4>
  </property>
  <property fmtid="{D5CDD505-2E9C-101B-9397-08002B2CF9AE}" pid="4" name="HyperlinksChanged">
    <vt:bool>0</vt:bool>
  </property>
  <property fmtid="{D5CDD505-2E9C-101B-9397-08002B2CF9AE}" pid="5" name="LinksUpToDate">
    <vt:bool>0</vt:bool>
  </property>
  <property fmtid="{D5CDD505-2E9C-101B-9397-08002B2CF9AE}" pid="6" name="MMClips">
    <vt:i4>0</vt:i4>
  </property>
  <property fmtid="{D5CDD505-2E9C-101B-9397-08002B2CF9AE}" pid="7" name="Notes">
    <vt:i4>0</vt:i4>
  </property>
  <property fmtid="{D5CDD505-2E9C-101B-9397-08002B2CF9AE}" pid="8" name="PresentationFormat">
    <vt:lpwstr>Widescreen</vt:lpwstr>
  </property>
  <property fmtid="{D5CDD505-2E9C-101B-9397-08002B2CF9AE}" pid="9" name="ScaleCrop">
    <vt:bool>0</vt:bool>
  </property>
  <property fmtid="{D5CDD505-2E9C-101B-9397-08002B2CF9AE}" pid="10" name="ShareDoc">
    <vt:bool>0</vt:bool>
  </property>
  <property fmtid="{D5CDD505-2E9C-101B-9397-08002B2CF9AE}" pid="11" name="Slides">
    <vt:i4>1</vt:i4>
  </property>
</Properties>
</file>