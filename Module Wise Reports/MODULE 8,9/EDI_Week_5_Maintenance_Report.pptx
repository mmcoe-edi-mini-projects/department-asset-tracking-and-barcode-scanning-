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EC436381-6C70-40A6-B65A-EDEC842555E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8/31/26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0765AF2D-3688-4E9E-9B55-340162499F0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410760" y="185400"/>
            <a:ext cx="11462760" cy="477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sz="2000"/>
              <a:t>Module 7,8 - Weekly Report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410760" y="819000"/>
            <a:ext cx="3445200" cy="91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/>
              <a:t>PROJECT/FEATURE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400"/>
              <a:t>Department Asset Tracking and Bar code Reader</a:t>
            </a:r>
          </a:p>
        </p:txBody>
      </p:sp>
      <p:sp>
        <p:nvSpPr>
          <p:cNvPr id="43" name="CustomShape 3"/>
          <p:cNvSpPr/>
          <p:nvPr/>
        </p:nvSpPr>
        <p:spPr>
          <a:xfrm>
            <a:off x="8242920" y="795240"/>
            <a:ext cx="3630600" cy="913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/>
              <a:t>WEEK TEAM/LEADER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400"/>
              <a:t>  WEEK 5:</a:t>
            </a:r>
          </a:p>
          <a:p>
            <a:pPr>
              <a:spcAft>
                <a:spcPts val="300"/>
              </a:spcAft>
            </a:pPr>
            <a:r>
              <a:rPr sz="1400"/>
              <a:t>  Sai S Patil.</a:t>
            </a:r>
          </a:p>
        </p:txBody>
      </p:sp>
      <p:sp>
        <p:nvSpPr>
          <p:cNvPr id="44" name="CustomShape 4"/>
          <p:cNvSpPr/>
          <p:nvPr/>
        </p:nvSpPr>
        <p:spPr>
          <a:xfrm>
            <a:off x="4121280" y="795240"/>
            <a:ext cx="3829680" cy="913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/>
              <a:t>TEAM &amp; MENTOR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400"/>
              <a:t>Team ID : 03.</a:t>
            </a:r>
          </a:p>
          <a:p>
            <a:pPr>
              <a:spcAft>
                <a:spcPts val="300"/>
              </a:spcAft>
            </a:pPr>
            <a:r>
              <a:rPr sz="1400"/>
              <a:t>Mr. Mahesh Kandekar.</a:t>
            </a:r>
          </a:p>
        </p:txBody>
      </p:sp>
      <p:sp>
        <p:nvSpPr>
          <p:cNvPr id="45" name="CustomShape 5"/>
          <p:cNvSpPr/>
          <p:nvPr/>
        </p:nvSpPr>
        <p:spPr>
          <a:xfrm>
            <a:off x="450720" y="1943280"/>
            <a:ext cx="3445200" cy="20106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WORK COMPLETED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6" name="CustomShape 6"/>
          <p:cNvSpPr/>
          <p:nvPr/>
        </p:nvSpPr>
        <p:spPr>
          <a:xfrm>
            <a:off x="4121280" y="1954800"/>
            <a:ext cx="3829680" cy="2010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CHALLENGES/RISKS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7" name="CustomShape 7"/>
          <p:cNvSpPr/>
          <p:nvPr/>
        </p:nvSpPr>
        <p:spPr>
          <a:xfrm>
            <a:off x="8242920" y="1954800"/>
            <a:ext cx="3630600" cy="2010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HELP NEEDED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8" name="CustomShape 8"/>
          <p:cNvSpPr/>
          <p:nvPr/>
        </p:nvSpPr>
        <p:spPr>
          <a:xfrm>
            <a:off x="460440" y="4159080"/>
            <a:ext cx="5591880" cy="97236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/>
              <a:t>INTEGRATION AND COLLABORATION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100"/>
              <a:t>- Continued connecting Main.java → MaintenanceService → MaintenanceRequest.</a:t>
            </a:r>
          </a:p>
          <a:p>
            <a:pPr>
              <a:spcAft>
                <a:spcPts val="300"/>
              </a:spcAft>
            </a:pPr>
            <a:r>
              <a:rPr sz="1100"/>
              <a:t>- Checked maintenance request creation and status updates through the existing flow.</a:t>
            </a:r>
          </a:p>
          <a:p>
            <a:pPr>
              <a:spcAft>
                <a:spcPts val="300"/>
              </a:spcAft>
            </a:pPr>
            <a:r>
              <a:rPr sz="1100"/>
              <a:t>- Coordinated the required validation and reporting behavior with the team.</a:t>
            </a:r>
          </a:p>
        </p:txBody>
      </p:sp>
      <p:sp>
        <p:nvSpPr>
          <p:cNvPr id="49" name="CustomShape 9"/>
          <p:cNvSpPr/>
          <p:nvPr/>
        </p:nvSpPr>
        <p:spPr>
          <a:xfrm>
            <a:off x="6241680" y="4159080"/>
            <a:ext cx="5618520" cy="115668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/>
              <a:t>COMMON KPI EVIDENCES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100"/>
              <a:t>- Maintenance request creation and status updates tested with sample inputs.</a:t>
            </a:r>
          </a:p>
          <a:p>
            <a:pPr>
              <a:spcAft>
                <a:spcPts val="300"/>
              </a:spcAft>
            </a:pPr>
            <a:r>
              <a:rPr sz="1100"/>
              <a:t>- Input-validation cases identified and checked.</a:t>
            </a:r>
          </a:p>
          <a:p>
            <a:pPr>
              <a:spcAft>
                <a:spcPts val="300"/>
              </a:spcAft>
            </a:pPr>
            <a:r>
              <a:rPr sz="1100"/>
              <a:t>- Request ID generation reviewed across multiple requests.</a:t>
            </a:r>
          </a:p>
          <a:p>
            <a:pPr>
              <a:spcAft>
                <a:spcPts val="300"/>
              </a:spcAft>
            </a:pPr>
            <a:r>
              <a:rPr sz="1100"/>
              <a:t>- Maintenance workflow improvements recorded for follow-up.</a:t>
            </a:r>
          </a:p>
        </p:txBody>
      </p:sp>
      <p:sp>
        <p:nvSpPr>
          <p:cNvPr id="50" name="CustomShape 10"/>
          <p:cNvSpPr/>
          <p:nvPr/>
        </p:nvSpPr>
        <p:spPr>
          <a:xfrm>
            <a:off x="437040" y="5544000"/>
            <a:ext cx="6618960" cy="9122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/>
              <a:t>NEXT WEEK COMMITMENTS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100"/>
              <a:t>- Complete validation and regression testing for the Maintenance module.</a:t>
            </a:r>
          </a:p>
          <a:p>
            <a:pPr>
              <a:spcAft>
                <a:spcPts val="300"/>
              </a:spcAft>
            </a:pPr>
            <a:r>
              <a:rPr sz="1100"/>
              <a:t>- Verify technician assignment and maintenance history against each Asset ID.</a:t>
            </a:r>
          </a:p>
          <a:p>
            <a:pPr>
              <a:spcAft>
                <a:spcPts val="300"/>
              </a:spcAft>
            </a:pPr>
            <a:r>
              <a:rPr sz="1100"/>
              <a:t>- Prepare the maintenance workflow for integration with the audit trail.</a:t>
            </a:r>
          </a:p>
        </p:txBody>
      </p:sp>
      <p:sp>
        <p:nvSpPr>
          <p:cNvPr id="51" name="CustomShape 11"/>
          <p:cNvSpPr/>
          <p:nvPr/>
        </p:nvSpPr>
        <p:spPr>
          <a:xfrm>
            <a:off x="7242480" y="5451480"/>
            <a:ext cx="4618080" cy="14302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/>
              <a:t>MENTOR RESPONSE</a:t>
            </a:r>
            <a:endParaRPr b="0" lang="en-IN" sz="18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100"/>
              <a:t>Review the Maintenance module testing and validation results. Confirm correct request-ID handling, status updates, and maintenance history before integration with the audit trail.</a:t>
            </a:r>
          </a:p>
        </p:txBody>
      </p:sp>
      <p:sp>
        <p:nvSpPr>
          <p:cNvPr id="52" name="CustomShape 12"/>
          <p:cNvSpPr/>
          <p:nvPr/>
        </p:nvSpPr>
        <p:spPr>
          <a:xfrm>
            <a:off x="2451600" y="2146680"/>
            <a:ext cx="1231920" cy="36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CustomShape 13"/>
          <p:cNvSpPr/>
          <p:nvPr/>
        </p:nvSpPr>
        <p:spPr>
          <a:xfrm>
            <a:off x="610560" y="2220120"/>
            <a:ext cx="3021120" cy="1825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/>
              <a:t>- Tested maintenance request creation and status updates with sample records.</a:t>
            </a:r>
            <a:endParaRPr b="0" lang="en-IN" sz="105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100"/>
              <a:t>- Added input checks for required maintenance details.</a:t>
            </a:r>
          </a:p>
          <a:p>
            <a:pPr>
              <a:spcAft>
                <a:spcPts val="300"/>
              </a:spcAft>
            </a:pPr>
            <a:r>
              <a:rPr sz="1100"/>
              <a:t>- Checked Asset ID and Request ID before processing maintenance requests.</a:t>
            </a:r>
          </a:p>
          <a:p>
            <a:pPr>
              <a:spcAft>
                <a:spcPts val="300"/>
              </a:spcAft>
            </a:pPr>
            <a:r>
              <a:rPr sz="1100"/>
              <a:t>- Reviewed the maintenance reporting workflow and improved its clarity.</a:t>
            </a:r>
          </a:p>
        </p:txBody>
      </p:sp>
      <p:sp>
        <p:nvSpPr>
          <p:cNvPr id="54" name="CustomShape 14"/>
          <p:cNvSpPr/>
          <p:nvPr/>
        </p:nvSpPr>
        <p:spPr>
          <a:xfrm>
            <a:off x="4273920" y="2349000"/>
            <a:ext cx="3438720" cy="155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/>
              <a:t>- Handling invalid or missing Asset IDs and Request IDs.</a:t>
            </a:r>
            <a:endParaRPr b="0" lang="en-IN" sz="12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100"/>
              <a:t>- Ensuring request IDs remain unique when several requests are created.</a:t>
            </a:r>
          </a:p>
          <a:p>
            <a:pPr>
              <a:spcAft>
                <a:spcPts val="300"/>
              </a:spcAft>
            </a:pPr>
            <a:r>
              <a:rPr sz="1100"/>
              <a:t>- Keeping status updates consistent with the maintenance request history.</a:t>
            </a:r>
          </a:p>
          <a:p>
            <a:pPr>
              <a:spcAft>
                <a:spcPts val="300"/>
              </a:spcAft>
            </a:pPr>
            <a:r>
              <a:rPr sz="1100"/>
              <a:t>- Checking that validation errors are understandable to users.</a:t>
            </a:r>
          </a:p>
        </p:txBody>
      </p:sp>
      <p:sp>
        <p:nvSpPr>
          <p:cNvPr id="55" name="CustomShape 15"/>
          <p:cNvSpPr/>
          <p:nvPr/>
        </p:nvSpPr>
        <p:spPr>
          <a:xfrm>
            <a:off x="8339040" y="2425680"/>
            <a:ext cx="3438720" cy="109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wrap="square">
            <a:spAutoFit/>
          </a:bodyPr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00"/>
              <a:t>- Review the validation rules for invalid Asset IDs and Request IDs.</a:t>
            </a:r>
            <a:endParaRPr b="0" lang="en-IN" sz="1100" spc="-1" strike="noStrike">
              <a:latin typeface="Arial"/>
            </a:endParaRPr>
          </a:p>
          <a:p>
            <a:pPr>
              <a:spcAft>
                <a:spcPts val="300"/>
              </a:spcAft>
            </a:pPr>
            <a:r>
              <a:rPr sz="1100"/>
              <a:t>- Confirm the expected behavior for incomplete maintenance requests.</a:t>
            </a:r>
          </a:p>
          <a:p>
            <a:pPr>
              <a:spcAft>
                <a:spcPts val="300"/>
              </a:spcAft>
            </a:pPr>
            <a:r>
              <a:rPr sz="1100"/>
              <a:t>- Provide feedback on connecting the maintenance workflow to the final frontend.</a:t>
            </a:r>
          </a:p>
        </p:txBody>
      </p:sp>
      <p:sp>
        <p:nvSpPr>
          <p:cNvPr id="56" name="CustomShape 16"/>
          <p:cNvSpPr/>
          <p:nvPr/>
        </p:nvSpPr>
        <p:spPr>
          <a:xfrm>
            <a:off x="503640" y="6488640"/>
            <a:ext cx="8547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LibreOffice/6.4.7.2$Linux_X86_64 LibreOffice_project/40$Build-2</Application>
  <Words>196</Words>
  <Paragraphs>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  <dc:description/>
  <dc:language>en-IN</dc:language>
  <cp:lastModifiedBy/>
  <dcterms:modified xsi:type="dcterms:W3CDTF">2026-08-31T12:09:56Z</dcterms:modified>
  <cp:revision>10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