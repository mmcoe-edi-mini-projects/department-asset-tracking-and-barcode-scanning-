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C436381-6C70-40A6-B65A-EDEC842555E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8/31/26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765AF2D-3688-4E9E-9B55-340162499F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10760" y="185400"/>
            <a:ext cx="11462760" cy="477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 algn="ctr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sz="1300"/>
              <a:t>Week 9 - Final Testing &amp; Demo Report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410760" y="819000"/>
            <a:ext cx="3445200" cy="91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>
                <a:latin typeface="Arial"/>
              </a:rPr>
              <a:t>PROJECT/FEATURE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Department Asset Tracking and Bar code Reader</a:t>
            </a:r>
          </a:p>
        </p:txBody>
      </p:sp>
      <p:sp>
        <p:nvSpPr>
          <p:cNvPr id="43" name="CustomShape 3"/>
          <p:cNvSpPr/>
          <p:nvPr/>
        </p:nvSpPr>
        <p:spPr>
          <a:xfrm>
            <a:off x="8242920" y="795240"/>
            <a:ext cx="363060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defRPr sz="1300"/>
            </a:pPr>
            <a:r>
              <a:t>WEEK TEAM/LEADER</a:t>
            </a:r>
          </a:p>
          <a:p>
            <a:r>
              <a:t>WEEK 9:</a:t>
            </a:r>
          </a:p>
          <a:p>
            <a:r>
              <a:t>Sai S Patil.</a:t>
            </a:r>
          </a:p>
        </p:txBody>
      </p:sp>
      <p:sp>
        <p:nvSpPr>
          <p:cNvPr id="44" name="CustomShape 4"/>
          <p:cNvSpPr/>
          <p:nvPr/>
        </p:nvSpPr>
        <p:spPr>
          <a:xfrm>
            <a:off x="4121280" y="795240"/>
            <a:ext cx="3829680" cy="913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wrap="square">
            <a:norm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>
                <a:latin typeface="Arial"/>
              </a:rPr>
              <a:t>TEAM &amp; MENTOR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Team ID : 03.</a:t>
            </a:r>
          </a:p>
          <a:p>
            <a:pPr>
              <a:spcAft>
                <a:spcPts val="300"/>
              </a:spcAft>
            </a:pPr>
            <a:r>
              <a:rPr sz="1200">
                <a:latin typeface="Arial"/>
              </a:rPr>
              <a:t>Mr. Mahesh Kandekar.</a:t>
            </a:r>
          </a:p>
        </p:txBody>
      </p:sp>
      <p:sp>
        <p:nvSpPr>
          <p:cNvPr id="45" name="CustomShape 5"/>
          <p:cNvSpPr/>
          <p:nvPr/>
        </p:nvSpPr>
        <p:spPr>
          <a:xfrm>
            <a:off x="450720" y="1943280"/>
            <a:ext cx="3445200" cy="2010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rPr sz="1200"/>
              <a:t>WORK COMPLETED</a:t>
            </a:r>
          </a:p>
          <a:p>
            <a:pPr/>
            <a:r>
              <a:rPr sz="1200"/>
              <a:t>• Reviewed end-to-end maintenance and audit workflows.</a:t>
            </a:r>
          </a:p>
          <a:p>
            <a:pPr/>
            <a:r>
              <a:rPr sz="1200"/>
              <a:t>• Checked asset IDs, request status and history consistency.</a:t>
            </a:r>
          </a:p>
          <a:p>
            <a:pPr/>
            <a:r>
              <a:rPr sz="1200"/>
              <a:t>• Prepared key test cases and demo flow for the module.</a:t>
            </a:r>
          </a:p>
        </p:txBody>
      </p:sp>
      <p:sp>
        <p:nvSpPr>
          <p:cNvPr id="46" name="CustomShape 6"/>
          <p:cNvSpPr/>
          <p:nvPr/>
        </p:nvSpPr>
        <p:spPr>
          <a:xfrm>
            <a:off x="4121280" y="1954800"/>
            <a:ext cx="3829680" cy="2010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rPr sz="1300"/>
              <a:t>CHALLENGES/RISKS</a:t>
            </a:r>
          </a:p>
          <a:p>
            <a:pPr/>
            <a:r>
              <a:rPr sz="1300"/>
              <a:t>• Missing or invalid IDs can interrupt workflows.</a:t>
            </a:r>
          </a:p>
          <a:p>
            <a:pPr/>
            <a:r>
              <a:rPr sz="1300"/>
              <a:t>• Inconsistent status/history may affect audit results.</a:t>
            </a:r>
          </a:p>
          <a:p>
            <a:pPr/>
            <a:r>
              <a:rPr sz="1300"/>
              <a:t>• Limited test data may leave edge cases unverified.</a:t>
            </a:r>
          </a:p>
        </p:txBody>
      </p:sp>
      <p:sp>
        <p:nvSpPr>
          <p:cNvPr id="47" name="CustomShape 7"/>
          <p:cNvSpPr/>
          <p:nvPr/>
        </p:nvSpPr>
        <p:spPr>
          <a:xfrm>
            <a:off x="8242920" y="1954800"/>
            <a:ext cx="3630600" cy="2010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rPr sz="1300"/>
              <a:t>HELP NEEDED</a:t>
            </a:r>
          </a:p>
          <a:p>
            <a:pPr/>
            <a:r>
              <a:rPr sz="1300"/>
              <a:t>• Get final review of test results and unresolved issues.</a:t>
            </a:r>
          </a:p>
          <a:p>
            <a:pPr/>
            <a:r>
              <a:rPr sz="1300"/>
              <a:t>• Confirm expected demo sequence with the team.</a:t>
            </a:r>
          </a:p>
          <a:p>
            <a:pPr/>
            <a:r>
              <a:rPr sz="1300"/>
              <a:t>• Validate audit and reconciliation acceptance criteria.</a:t>
            </a:r>
          </a:p>
        </p:txBody>
      </p:sp>
      <p:sp>
        <p:nvSpPr>
          <p:cNvPr id="48" name="CustomShape 8"/>
          <p:cNvSpPr/>
          <p:nvPr/>
        </p:nvSpPr>
        <p:spPr>
          <a:xfrm>
            <a:off x="460440" y="4160520"/>
            <a:ext cx="5591880" cy="1051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rPr sz="1200"/>
              <a:t>INTEGRATION AND COLLABORATION</a:t>
            </a:r>
          </a:p>
          <a:p>
            <a:pPr/>
            <a:r>
              <a:rPr sz="1200"/>
              <a:t>• Reviewed maintenance, asset records and audit history together.</a:t>
            </a:r>
          </a:p>
          <a:p>
            <a:pPr/>
            <a:r>
              <a:rPr sz="1200"/>
              <a:t>• Coordinated cross-module checks with the project team.</a:t>
            </a:r>
          </a:p>
          <a:p>
            <a:pPr/>
            <a:r>
              <a:rPr sz="1200"/>
              <a:t>• Aligned test scenarios and demo steps for final review.</a:t>
            </a:r>
          </a:p>
        </p:txBody>
      </p:sp>
      <p:sp>
        <p:nvSpPr>
          <p:cNvPr id="49" name="CustomShape 9"/>
          <p:cNvSpPr/>
          <p:nvPr/>
        </p:nvSpPr>
        <p:spPr>
          <a:xfrm>
            <a:off x="6241680" y="4160520"/>
            <a:ext cx="5618520" cy="1143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rPr sz="1300"/>
              <a:t>COMMON KPI EVIDENCES</a:t>
            </a:r>
          </a:p>
          <a:p>
            <a:pPr/>
            <a:r>
              <a:rPr sz="1300"/>
              <a:t>• Core maintenance and audit test cases reviewed.</a:t>
            </a:r>
          </a:p>
          <a:p>
            <a:pPr/>
            <a:r>
              <a:rPr sz="1300"/>
              <a:t>• Asset ID, status and history checks documented.</a:t>
            </a:r>
          </a:p>
          <a:p>
            <a:pPr/>
            <a:r>
              <a:rPr sz="1300"/>
              <a:t>• Demo flow and known issues listed for review.</a:t>
            </a:r>
          </a:p>
        </p:txBody>
      </p:sp>
      <p:sp>
        <p:nvSpPr>
          <p:cNvPr id="50" name="CustomShape 10"/>
          <p:cNvSpPr/>
          <p:nvPr/>
        </p:nvSpPr>
        <p:spPr>
          <a:xfrm>
            <a:off x="437040" y="5486400"/>
            <a:ext cx="6618960" cy="9601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rPr sz="1300"/>
              <a:t>FINAL COMMITMENTS</a:t>
            </a:r>
          </a:p>
          <a:p>
            <a:pPr/>
            <a:r>
              <a:rPr sz="1300"/>
              <a:t>• Fix priority issues found during final testing.</a:t>
            </a:r>
          </a:p>
          <a:p>
            <a:pPr/>
            <a:r>
              <a:rPr sz="1300"/>
              <a:t>• Recheck maintenance, transfer and audit workflows.</a:t>
            </a:r>
          </a:p>
          <a:p>
            <a:pPr/>
            <a:r>
              <a:rPr sz="1300"/>
              <a:t>• Finalize demonstration and project documentation.</a:t>
            </a:r>
          </a:p>
        </p:txBody>
      </p:sp>
      <p:sp>
        <p:nvSpPr>
          <p:cNvPr id="51" name="CustomShape 11"/>
          <p:cNvSpPr/>
          <p:nvPr/>
        </p:nvSpPr>
        <p:spPr>
          <a:xfrm>
            <a:off x="7242480" y="5413248"/>
            <a:ext cx="4618080" cy="1389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73152" rIns="73152" tIns="54864" bIns="36576" wrap="square" anchor="t">
            <a:normAutofit/>
          </a:bodyPr>
          <a:p>
            <a:pPr>
              <a:spcAft>
                <a:spcPts val="300"/>
              </a:spcAft>
              <a:defRPr sz="1100" b="1">
                <a:latin typeface="Arial"/>
              </a:defRPr>
            </a:pPr>
            <a:r>
              <a:rPr sz="1300"/>
              <a:t>MENTOR RESPONSE</a:t>
            </a:r>
          </a:p>
          <a:p>
            <a:pPr/>
            <a:r>
              <a:rPr sz="1300"/>
              <a:t>• Review test evidence and remaining issues.</a:t>
            </a:r>
          </a:p>
          <a:p>
            <a:pPr/>
            <a:r>
              <a:rPr sz="1300"/>
              <a:t>• Confirm readiness of the final demonstration.</a:t>
            </a:r>
          </a:p>
        </p:txBody>
      </p:sp>
      <p:sp>
        <p:nvSpPr>
          <p:cNvPr id="52" name="CustomShape 12"/>
          <p:cNvSpPr/>
          <p:nvPr/>
        </p:nvSpPr>
        <p:spPr>
          <a:xfrm>
            <a:off x="2451600" y="2146680"/>
            <a:ext cx="1231920" cy="3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53" name="CustomShape 13"/>
          <p:cNvSpPr/>
          <p:nvPr/>
        </p:nvSpPr>
        <p:spPr>
          <a:xfrm>
            <a:off x="610560" y="2221992"/>
            <a:ext cx="3021120" cy="182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4" name="CustomShape 14"/>
          <p:cNvSpPr/>
          <p:nvPr/>
        </p:nvSpPr>
        <p:spPr>
          <a:xfrm>
            <a:off x="4273920" y="2350008"/>
            <a:ext cx="3438720" cy="155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5" name="CustomShape 15"/>
          <p:cNvSpPr/>
          <p:nvPr/>
        </p:nvSpPr>
        <p:spPr>
          <a:xfrm>
            <a:off x="8339040" y="2377440"/>
            <a:ext cx="3438720" cy="114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54864" rIns="54864" tIns="36576" bIns="27432" wrap="square">
            <a:normAutofit/>
          </a:bodyPr>
          <a:p>
            <a:pPr>
              <a:defRPr sz="950"/>
            </a:pPr>
          </a:p>
        </p:txBody>
      </p:sp>
      <p:sp>
        <p:nvSpPr>
          <p:cNvPr id="56" name="CustomShape 16"/>
          <p:cNvSpPr/>
          <p:nvPr/>
        </p:nvSpPr>
        <p:spPr>
          <a:xfrm>
            <a:off x="503640" y="6488640"/>
            <a:ext cx="8547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LibreOffice/6.4.7.2$Linux_X86_64 LibreOffice_project/40$Build-2</Application>
  <Words>196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  <dc:description/>
  <dc:language>en-IN</dc:language>
  <cp:lastModifiedBy/>
  <dcterms:modified xsi:type="dcterms:W3CDTF">2026-08-31T12:09:56Z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