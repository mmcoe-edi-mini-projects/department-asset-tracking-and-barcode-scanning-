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C436381-6C70-40A6-B65A-EDEC842555E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8/31/26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765AF2D-3688-4E9E-9B55-340162499F0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410760" y="185400"/>
            <a:ext cx="11462760" cy="477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 algn="ctr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sz="2000"/>
              <a:t>Module 7,8 - Weekly Report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410760" y="819000"/>
            <a:ext cx="3445200" cy="91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/>
              <a:t>PROJECT/FEATURE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400"/>
              <a:t>Department Asset Tracking and Bar code Reader</a:t>
            </a:r>
          </a:p>
        </p:txBody>
      </p:sp>
      <p:sp>
        <p:nvSpPr>
          <p:cNvPr id="43" name="CustomShape 3"/>
          <p:cNvSpPr/>
          <p:nvPr/>
        </p:nvSpPr>
        <p:spPr>
          <a:xfrm>
            <a:off x="8242920" y="795240"/>
            <a:ext cx="3630600" cy="913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r>
              <a:t>WEEK TEAM/LEADER</a:t>
            </a:r>
          </a:p>
          <a:p>
            <a:r>
              <a:t>  WEEK 6:</a:t>
            </a:r>
          </a:p>
          <a:p>
            <a:r>
              <a:t>  Sai S Patil.</a:t>
            </a:r>
          </a:p>
        </p:txBody>
      </p:sp>
      <p:sp>
        <p:nvSpPr>
          <p:cNvPr id="44" name="CustomShape 4"/>
          <p:cNvSpPr/>
          <p:nvPr/>
        </p:nvSpPr>
        <p:spPr>
          <a:xfrm>
            <a:off x="4121280" y="795240"/>
            <a:ext cx="3829680" cy="913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/>
              <a:t>TEAM &amp; MENTOR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400"/>
              <a:t>Team ID : 03.</a:t>
            </a:r>
          </a:p>
          <a:p>
            <a:pPr>
              <a:spcAft>
                <a:spcPts val="300"/>
              </a:spcAft>
            </a:pPr>
            <a:r>
              <a:rPr sz="1400"/>
              <a:t>Mr. Mahesh Kandekar.</a:t>
            </a:r>
          </a:p>
        </p:txBody>
      </p:sp>
      <p:sp>
        <p:nvSpPr>
          <p:cNvPr id="45" name="CustomShape 5"/>
          <p:cNvSpPr/>
          <p:nvPr/>
        </p:nvSpPr>
        <p:spPr>
          <a:xfrm>
            <a:off x="450720" y="1943280"/>
            <a:ext cx="3445200" cy="20106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WORK COMPLETED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>
            <a:off x="4121280" y="1954800"/>
            <a:ext cx="3829680" cy="2010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CHALLENGES/RISKS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7" name="CustomShape 7"/>
          <p:cNvSpPr/>
          <p:nvPr/>
        </p:nvSpPr>
        <p:spPr>
          <a:xfrm>
            <a:off x="8242920" y="1954800"/>
            <a:ext cx="3630600" cy="2010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HELP NEEDED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8" name="CustomShape 8"/>
          <p:cNvSpPr/>
          <p:nvPr/>
        </p:nvSpPr>
        <p:spPr>
          <a:xfrm>
            <a:off x="460440" y="4160520"/>
            <a:ext cx="5591880" cy="10515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36576" bIns="27432" wrap="square">
            <a:normAutofit/>
          </a:bodyPr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INTEGRATION AND COLLABORATION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Continued the Main.java → MaintenanceService → MaintenanceRequest flow.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Mapped maintenance and transfer actions for later audit-trail integration.</a:t>
            </a:r>
          </a:p>
        </p:txBody>
      </p:sp>
      <p:sp>
        <p:nvSpPr>
          <p:cNvPr id="49" name="CustomShape 9"/>
          <p:cNvSpPr/>
          <p:nvPr/>
        </p:nvSpPr>
        <p:spPr>
          <a:xfrm>
            <a:off x="6241680" y="4160520"/>
            <a:ext cx="561852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36576" bIns="27432" wrap="square">
            <a:normAutofit/>
          </a:bodyPr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COMMON KPI EVIDENCES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Maintenance/disposal workflow reviewed.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Transfer approval steps identified.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Audit-trail fields and integration points listed for follow-up.</a:t>
            </a:r>
          </a:p>
        </p:txBody>
      </p:sp>
      <p:sp>
        <p:nvSpPr>
          <p:cNvPr id="50" name="CustomShape 10"/>
          <p:cNvSpPr/>
          <p:nvPr/>
        </p:nvSpPr>
        <p:spPr>
          <a:xfrm>
            <a:off x="437040" y="5486400"/>
            <a:ext cx="6618960" cy="96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36576" bIns="27432" wrap="square">
            <a:normAutofit/>
          </a:bodyPr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NEXT WEEK COMMITMENTS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Connect maintenance and transfer workflows to the audit trail.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Begin reconciliation checks against actual asset records.</a:t>
            </a:r>
          </a:p>
        </p:txBody>
      </p:sp>
      <p:sp>
        <p:nvSpPr>
          <p:cNvPr id="51" name="CustomShape 11"/>
          <p:cNvSpPr/>
          <p:nvPr/>
        </p:nvSpPr>
        <p:spPr>
          <a:xfrm>
            <a:off x="7242480" y="5413248"/>
            <a:ext cx="4618080" cy="1389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36576" bIns="27432" wrap="square">
            <a:normAutofit/>
          </a:bodyPr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MENTOR RESPONSE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Review lifecycle and transfer-approval rules.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Confirm which asset changes must be recorded in the audit trail.</a:t>
            </a:r>
          </a:p>
        </p:txBody>
      </p:sp>
      <p:sp>
        <p:nvSpPr>
          <p:cNvPr id="52" name="CustomShape 12"/>
          <p:cNvSpPr/>
          <p:nvPr/>
        </p:nvSpPr>
        <p:spPr>
          <a:xfrm>
            <a:off x="2451600" y="2146680"/>
            <a:ext cx="1231920" cy="36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3"/>
          <p:cNvSpPr/>
          <p:nvPr/>
        </p:nvSpPr>
        <p:spPr>
          <a:xfrm>
            <a:off x="610560" y="2221992"/>
            <a:ext cx="3021120" cy="182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Reviewed maintenance and disposal steps in the asset lifecycle.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Outlined approval steps for asset transfers.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Checked how status changes should appear in maintenance history.</a:t>
            </a:r>
          </a:p>
        </p:txBody>
      </p:sp>
      <p:sp>
        <p:nvSpPr>
          <p:cNvPr id="54" name="CustomShape 14"/>
          <p:cNvSpPr/>
          <p:nvPr/>
        </p:nvSpPr>
        <p:spPr>
          <a:xfrm>
            <a:off x="4273920" y="2350008"/>
            <a:ext cx="3438720" cy="155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Keeping asset history complete after maintenance or disposal.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Defining clear transfer-approval states.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Avoiding inconsistent status changes across records.</a:t>
            </a:r>
          </a:p>
        </p:txBody>
      </p:sp>
      <p:sp>
        <p:nvSpPr>
          <p:cNvPr id="55" name="CustomShape 15"/>
          <p:cNvSpPr/>
          <p:nvPr/>
        </p:nvSpPr>
        <p:spPr>
          <a:xfrm>
            <a:off x="8339040" y="2377440"/>
            <a:ext cx="3438720" cy="114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Confirm lifecycle rules for maintenance and disposal.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Review required transfer approvals and status values.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• Advise on audit fields to capture for each change.</a:t>
            </a:r>
          </a:p>
        </p:txBody>
      </p:sp>
      <p:sp>
        <p:nvSpPr>
          <p:cNvPr id="56" name="CustomShape 16"/>
          <p:cNvSpPr/>
          <p:nvPr/>
        </p:nvSpPr>
        <p:spPr>
          <a:xfrm>
            <a:off x="503640" y="6488640"/>
            <a:ext cx="8547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LibreOffice/6.4.7.2$Linux_X86_64 LibreOffice_project/40$Build-2</Application>
  <Words>196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  <dc:description/>
  <dc:language>en-IN</dc:language>
  <cp:lastModifiedBy/>
  <dcterms:modified xsi:type="dcterms:W3CDTF">2026-08-31T12:09:56Z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