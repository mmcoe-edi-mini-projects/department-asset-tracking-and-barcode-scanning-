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gT/DJmoIZbd0qywwuDMonlN0Pa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7633" y="123531"/>
            <a:ext cx="11463000" cy="461700"/>
          </a:xfrm>
          <a:prstGeom prst="rect">
            <a:avLst/>
          </a:prstGeom>
          <a:solidFill>
            <a:srgbClr val="9CC2E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(3,6,9) WEEKLY REPORT – WEEK 12</a:t>
            </a:r>
            <a:endParaRPr b="1" baseline="-2500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37633" y="757089"/>
            <a:ext cx="34455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PROJECT/FEATURE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Asset Tracking and Barcode Reader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069669" y="733130"/>
            <a:ext cx="36312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TEAM/LEADER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Pranjal Khairnar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948243" y="733130"/>
            <a:ext cx="3829800" cy="923400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&amp; MENTOR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- 1,2,3,4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Mr.Mahesh Kandekar.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1775" y="1872775"/>
            <a:ext cx="3631200" cy="203190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COMPLETED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788517" y="1805025"/>
            <a:ext cx="4469100" cy="2031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CHALLENGES/RISKS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323167" y="1804450"/>
            <a:ext cx="3631200" cy="2031900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 NEEDED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87325" y="4096950"/>
            <a:ext cx="5592300" cy="12315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AND COLLABORATION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Full lifecycle integrated across all modules: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</a:t>
            </a:r>
            <a:r>
              <a:rPr b="1" lang="en-US">
                <a:solidFill>
                  <a:schemeClr val="dk1"/>
                </a:solidFill>
              </a:rPr>
              <a:t>Intake → Label (M3) → Scan (M6) → Transfer → Maintenance → Audit → Disposal (M9)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Final integration and deployment completed collaboratively.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068591" y="4096956"/>
            <a:ext cx="5619000" cy="10467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KPI EVIDENCES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End-to-End Workflow Demonstrated + Scan Accuracy Tests Executed + Deployment Script Verified + Documentation Completed + Version-Controlled Deliverables Maintained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87325" y="5474897"/>
            <a:ext cx="6619500" cy="11835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 WEEK COMMITMENTS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Owner:</a:t>
            </a:r>
            <a:r>
              <a:rPr lang="en-US" sz="1300">
                <a:solidFill>
                  <a:schemeClr val="dk1"/>
                </a:solidFill>
              </a:rPr>
              <a:t> Vedant Pathak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Deliverable:</a:t>
            </a:r>
            <a:r>
              <a:rPr lang="en-US" sz="1300">
                <a:solidFill>
                  <a:schemeClr val="dk1"/>
                </a:solidFill>
              </a:rPr>
              <a:t> Final demonstration &amp; project handover 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Due Date:</a:t>
            </a:r>
            <a:r>
              <a:rPr lang="en-US" sz="1300">
                <a:solidFill>
                  <a:schemeClr val="dk1"/>
                </a:solidFill>
              </a:rPr>
              <a:t> 5 Oct 2026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069129" y="5389409"/>
            <a:ext cx="4618500" cy="13545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 RESPONSE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Finalize project handover. Prepare the final demonstration, documentation and presentation covering all modules and deliverables.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278469" y="2084852"/>
            <a:ext cx="123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56450" y="2194838"/>
            <a:ext cx="37389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Ran </a:t>
            </a:r>
            <a:r>
              <a:rPr b="1" lang="en-US" sz="1100">
                <a:solidFill>
                  <a:schemeClr val="dk1"/>
                </a:solidFill>
              </a:rPr>
              <a:t>end-to-end tests</a:t>
            </a:r>
            <a:r>
              <a:rPr lang="en-US" sz="1100">
                <a:solidFill>
                  <a:schemeClr val="dk1"/>
                </a:solidFill>
              </a:rPr>
              <a:t>: Intake → Tag Print → Scan → Transfer → Maintenance → Audit → Disposal.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Tested </a:t>
            </a:r>
            <a:r>
              <a:rPr b="1" lang="en-US" sz="1100">
                <a:solidFill>
                  <a:schemeClr val="dk1"/>
                </a:solidFill>
              </a:rPr>
              <a:t>optical scanning</a:t>
            </a:r>
            <a:r>
              <a:rPr lang="en-US" sz="1100">
                <a:solidFill>
                  <a:schemeClr val="dk1"/>
                </a:solidFill>
              </a:rPr>
              <a:t> under varied lighting, low-resolution webcams and mobile browsers.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Configured </a:t>
            </a:r>
            <a:r>
              <a:rPr b="1" lang="en-US" sz="1100">
                <a:solidFill>
                  <a:schemeClr val="dk1"/>
                </a:solidFill>
              </a:rPr>
              <a:t>CORS</a:t>
            </a:r>
            <a:r>
              <a:rPr lang="en-US" sz="1100">
                <a:solidFill>
                  <a:schemeClr val="dk1"/>
                </a:solidFill>
              </a:rPr>
              <a:t> and static routing; verified </a:t>
            </a:r>
            <a:r>
              <a:rPr b="1" lang="en-US" sz="1100">
                <a:solidFill>
                  <a:schemeClr val="dk1"/>
                </a:solidFill>
              </a:rPr>
              <a:t>database backups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Authored </a:t>
            </a:r>
            <a:r>
              <a:rPr b="1" lang="en-US" sz="1100">
                <a:solidFill>
                  <a:schemeClr val="dk1"/>
                </a:solidFill>
              </a:rPr>
              <a:t>run_backend.bat</a:t>
            </a:r>
            <a:r>
              <a:rPr lang="en-US" sz="1100">
                <a:solidFill>
                  <a:schemeClr val="dk1"/>
                </a:solidFill>
              </a:rPr>
              <a:t> launcher, </a:t>
            </a:r>
            <a:r>
              <a:rPr b="1" lang="en-US" sz="1100">
                <a:solidFill>
                  <a:schemeClr val="dk1"/>
                </a:solidFill>
              </a:rPr>
              <a:t>ReadMe.md</a:t>
            </a:r>
            <a:r>
              <a:rPr lang="en-US" sz="1100">
                <a:solidFill>
                  <a:schemeClr val="dk1"/>
                </a:solidFill>
              </a:rPr>
              <a:t> and final presentation deck.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3682455" y="2208625"/>
            <a:ext cx="43614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b="1" lang="en-US" sz="1300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Deployment is limited to local hosting (localhost:8080).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b="1" lang="en-US" sz="1300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Session tokens are in-memory; persistent sessions are a future enhancement.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🟢 </a:t>
            </a:r>
            <a:r>
              <a:rPr b="1" lang="en-US" sz="1300">
                <a:solidFill>
                  <a:schemeClr val="dk1"/>
                </a:solidFill>
              </a:rPr>
              <a:t>Green:</a:t>
            </a:r>
            <a:r>
              <a:rPr lang="en-US" sz="1300">
                <a:solidFill>
                  <a:schemeClr val="dk1"/>
                </a:solidFill>
              </a:rPr>
              <a:t> All modules integrated; end-to-end and scan tests executed successfully.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323167" y="2125400"/>
            <a:ext cx="3531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Final review of documentation.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Demo rehearsal and feedback.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Confirm deployment environment.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Sign-off on all deliverables.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2026-08-06T17:56:38Z</dcterms:created>
  <dc:creator>HP</dc:creator>
</cp:coreProperties>
</file>