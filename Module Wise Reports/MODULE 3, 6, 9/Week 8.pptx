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gT/DJmoIZbd0qywwuDMonlN0Pa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7633" y="123531"/>
            <a:ext cx="11463000" cy="461700"/>
          </a:xfrm>
          <a:prstGeom prst="rect">
            <a:avLst/>
          </a:prstGeom>
          <a:solidFill>
            <a:srgbClr val="9CC2E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(3,6,9) WEEKLY REPORT – WEEK 8</a:t>
            </a:r>
            <a:endParaRPr b="1" baseline="-2500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37633" y="757089"/>
            <a:ext cx="34455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PROJECT/FEATURE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Asset Tracking and Barcode Reader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069669" y="733130"/>
            <a:ext cx="36312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TEAM/LEADER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Arya Joshi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948243" y="733130"/>
            <a:ext cx="3829800" cy="923400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&amp; MENTOR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- 1,2,3,4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Mr.Mahesh Kandekar.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775" y="1872775"/>
            <a:ext cx="3631200" cy="203190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COMPLETED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788517" y="1805025"/>
            <a:ext cx="4469100" cy="2031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CHALLENGES/RISKS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323167" y="1804450"/>
            <a:ext cx="3631200" cy="2031900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 NEEDED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87325" y="4096950"/>
            <a:ext cx="5592300" cy="12315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AND COLLABORATION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Maintenance linked to scanning and disposal: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Scan Asset (M6) → Fault Ticket → Repair → Closure / Disposal Request (M9)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Ticket workflow and status rules aligned collaboratively.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068591" y="4096956"/>
            <a:ext cx="5619000" cy="10467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KPI EVIDENCES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Ticket Lifecycle Demonstrated + Status Cascade Validated + Repair Costs Recorded + Positive &amp; Negative Test Cases Executed + Version-Controlled Deliverables Maintained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87325" y="5474897"/>
            <a:ext cx="6619500" cy="1183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 WEEK COMMITMENTS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Owner:</a:t>
            </a:r>
            <a:r>
              <a:rPr lang="en-US" sz="1300">
                <a:solidFill>
                  <a:schemeClr val="dk1"/>
                </a:solidFill>
              </a:rPr>
              <a:t> Pranjal Khairnar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Deliverable:</a:t>
            </a:r>
            <a:r>
              <a:rPr lang="en-US" sz="1300">
                <a:solidFill>
                  <a:schemeClr val="dk1"/>
                </a:solidFill>
              </a:rPr>
              <a:t> Physical inventory stocktaking audit module 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Due Date:</a:t>
            </a:r>
            <a:r>
              <a:rPr lang="en-US" sz="1300">
                <a:solidFill>
                  <a:schemeClr val="dk1"/>
                </a:solidFill>
              </a:rPr>
              <a:t> 7 Sep 2026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069129" y="5389409"/>
            <a:ext cx="4618500" cy="1354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 RESPONSE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Move to stocktaking audits. Generate audit manifests per department/room and verify items by barcode scan with discrepancy handling.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278469" y="2084852"/>
            <a:ext cx="12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56450" y="2194838"/>
            <a:ext cx="37389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Implemented </a:t>
            </a:r>
            <a:r>
              <a:rPr b="1" lang="en-US" sz="1100">
                <a:solidFill>
                  <a:schemeClr val="dk1"/>
                </a:solidFill>
              </a:rPr>
              <a:t>MaintenanceTicket</a:t>
            </a:r>
            <a:r>
              <a:rPr lang="en-US" sz="1100">
                <a:solidFill>
                  <a:schemeClr val="dk1"/>
                </a:solidFill>
              </a:rPr>
              <a:t> entity and </a:t>
            </a:r>
            <a:r>
              <a:rPr b="1" lang="en-US" sz="1100">
                <a:solidFill>
                  <a:schemeClr val="dk1"/>
                </a:solidFill>
              </a:rPr>
              <a:t>MaintenanceService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Automated cascade: ticket creation sets status to </a:t>
            </a:r>
            <a:r>
              <a:rPr b="1" lang="en-US" sz="1100">
                <a:solidFill>
                  <a:schemeClr val="dk1"/>
                </a:solidFill>
              </a:rPr>
              <a:t>maintenance</a:t>
            </a:r>
            <a:r>
              <a:rPr lang="en-US" sz="1100">
                <a:solidFill>
                  <a:schemeClr val="dk1"/>
                </a:solidFill>
              </a:rPr>
              <a:t> and condition to </a:t>
            </a:r>
            <a:r>
              <a:rPr b="1" lang="en-US" sz="1100">
                <a:solidFill>
                  <a:schemeClr val="dk1"/>
                </a:solidFill>
              </a:rPr>
              <a:t>Damaged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Built ticket lifecycle </a:t>
            </a:r>
            <a:r>
              <a:rPr b="1" lang="en-US" sz="1100">
                <a:solidFill>
                  <a:schemeClr val="dk1"/>
                </a:solidFill>
              </a:rPr>
              <a:t>open → in_progress → closed</a:t>
            </a:r>
            <a:r>
              <a:rPr lang="en-US" sz="1100">
                <a:solidFill>
                  <a:schemeClr val="dk1"/>
                </a:solidFill>
              </a:rPr>
              <a:t> with repair cost and remarks.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Delivered </a:t>
            </a:r>
            <a:r>
              <a:rPr b="1" lang="en-US" sz="1100">
                <a:solidFill>
                  <a:schemeClr val="dk1"/>
                </a:solidFill>
              </a:rPr>
              <a:t>maintenance.html</a:t>
            </a:r>
            <a:r>
              <a:rPr lang="en-US" sz="1100">
                <a:solidFill>
                  <a:schemeClr val="dk1"/>
                </a:solidFill>
              </a:rPr>
              <a:t> dashboard with filter tabs and resolution modals.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682455" y="2208625"/>
            <a:ext cx="43614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Auto-restore to Good on closure may not suit partial repairs.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Unrepairable assets must be routed to disposal (Module 9).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🟢 </a:t>
            </a:r>
            <a:r>
              <a:rPr b="1" lang="en-US" sz="1300">
                <a:solidFill>
                  <a:schemeClr val="dk1"/>
                </a:solidFill>
              </a:rPr>
              <a:t>Green:</a:t>
            </a:r>
            <a:r>
              <a:rPr lang="en-US" sz="1300">
                <a:solidFill>
                  <a:schemeClr val="dk1"/>
                </a:solidFill>
              </a:rPr>
              <a:t> Ticket lifecycle and asset status cascade validated end to end.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323167" y="2125400"/>
            <a:ext cx="3531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Test ticket lifecycle scenarios.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Validate repair cost tracking.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Review status restoration logic.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Confirm technician assignment flow.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</cp:coreProperties>
</file>