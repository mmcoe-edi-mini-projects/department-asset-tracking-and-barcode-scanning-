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6" Type="http://customschemas.google.com/relationships/presentationmetadata" Target="meta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14</a:t>
            </a:r>
            <a:endParaRPr sz="1800" b="1" i="0" u="none" strike="noStrike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289"/>
          </a:xfrm>
          <a:prstGeom prst="rect">
            <a:avLst/>
          </a:prstGeom>
          <a:solidFill>
            <a:srgbClr val="DDEAF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Sanskruti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Ghavghave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Final integration verified across Team 1 modules: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b="1">
                <a:solidFill>
                  <a:schemeClr val="dk1"/>
                </a:solidFill>
              </a:rPr>
              <a:t>Login/RBAC → Asset Master → Tag → Audit Log → Dashboard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Final build and documents consolidated collaboratively.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Tests Passed + Documentation Completed + Demo Rehearsed + Final Build Packaged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367257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sz="1400" b="1" i="0" u="none" strike="noStrike" cap="none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 dirty="0">
                <a:solidFill>
                  <a:schemeClr val="dk1"/>
                </a:solidFill>
              </a:rPr>
              <a:t>Owner:</a:t>
            </a:r>
            <a:r>
              <a:rPr lang="en-US" sz="1300" dirty="0">
                <a:solidFill>
                  <a:schemeClr val="dk1"/>
                </a:solidFill>
              </a:rPr>
              <a:t> Yash Bhure </a:t>
            </a:r>
            <a:br>
              <a:rPr lang="en-US" sz="1300" dirty="0">
                <a:solidFill>
                  <a:schemeClr val="dk1"/>
                </a:solidFill>
              </a:rPr>
            </a:br>
            <a:r>
              <a:rPr lang="en-US" sz="1300" b="1" dirty="0">
                <a:solidFill>
                  <a:schemeClr val="dk1"/>
                </a:solidFill>
              </a:rPr>
              <a:t>Deliverable:</a:t>
            </a:r>
            <a:r>
              <a:rPr lang="en-US" sz="1300" dirty="0">
                <a:solidFill>
                  <a:schemeClr val="dk1"/>
                </a:solidFill>
              </a:rPr>
              <a:t> Final demonstration &amp; project handover </a:t>
            </a:r>
            <a:br>
              <a:rPr lang="en-US" sz="1300" dirty="0">
                <a:solidFill>
                  <a:schemeClr val="dk1"/>
                </a:solidFill>
              </a:rPr>
            </a:br>
            <a:r>
              <a:rPr lang="en-US" sz="1300" b="1" dirty="0">
                <a:solidFill>
                  <a:schemeClr val="dk1"/>
                </a:solidFill>
              </a:rPr>
              <a:t>Due Date:</a:t>
            </a:r>
            <a:r>
              <a:rPr lang="en-US" sz="1300" dirty="0">
                <a:solidFill>
                  <a:schemeClr val="dk1"/>
                </a:solidFill>
              </a:rPr>
              <a:t> 26 Oct 2026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 with the final demonstration. Submit the completed documentation and hand over all deliverables.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Resolved defects</a:t>
            </a:r>
            <a:r>
              <a:rPr lang="en-US" sz="1100">
                <a:solidFill>
                  <a:schemeClr val="dk1"/>
                </a:solidFill>
              </a:rPr>
              <a:t> found in Week 13 testing; re-ran regression on RBAC and Asset flows.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Finalized </a:t>
            </a:r>
            <a:r>
              <a:rPr lang="en-US" sz="1100" b="1">
                <a:solidFill>
                  <a:schemeClr val="dk1"/>
                </a:solidFill>
              </a:rPr>
              <a:t>documentation</a:t>
            </a:r>
            <a:r>
              <a:rPr lang="en-US" sz="1100">
                <a:solidFill>
                  <a:schemeClr val="dk1"/>
                </a:solidFill>
              </a:rPr>
              <a:t>: schema, API endpoints, RBAC matrix and user guide.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Rehearsed </a:t>
            </a:r>
            <a:r>
              <a:rPr lang="en-US" sz="1100" b="1">
                <a:solidFill>
                  <a:schemeClr val="dk1"/>
                </a:solidFill>
              </a:rPr>
              <a:t>demo flow</a:t>
            </a:r>
            <a:r>
              <a:rPr lang="en-US" sz="1100">
                <a:solidFill>
                  <a:schemeClr val="dk1"/>
                </a:solidFill>
              </a:rPr>
              <a:t>: Login → Intake → Tag → Audit Trail → Dashboard.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Packaged </a:t>
            </a:r>
            <a:r>
              <a:rPr lang="en-US" sz="1100" b="1">
                <a:solidFill>
                  <a:schemeClr val="dk1"/>
                </a:solidFill>
              </a:rPr>
              <a:t>final build</a:t>
            </a:r>
            <a:r>
              <a:rPr lang="en-US" sz="1100">
                <a:solidFill>
                  <a:schemeClr val="dk1"/>
                </a:solidFill>
              </a:rPr>
              <a:t>, seed data and run instructions for handover.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lang="en-US" sz="1300" b="1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Session tokens remain in-memory; persistent sessions are a future enhancement.</a:t>
            </a:r>
            <a:endParaRPr sz="13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lang="en-US" sz="1300" b="1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Deployment is limited to local hosting; institutional server rollout is pending.</a:t>
            </a:r>
            <a:endParaRPr sz="13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lang="en-US" sz="1300" b="1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Regression passed; documentation and demo materials completed for handover.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Confirm final demo slot.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Sign-off on documentation.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Approve deployment environment.</a:t>
            </a:r>
            <a:endParaRPr sz="11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Accept project handover.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yash bhure</cp:lastModifiedBy>
  <cp:revision>1</cp:revision>
  <dcterms:created xsi:type="dcterms:W3CDTF">2026-08-06T17:56:38Z</dcterms:created>
  <dcterms:modified xsi:type="dcterms:W3CDTF">2026-10-19T06:39:15Z</dcterms:modified>
</cp:coreProperties>
</file>