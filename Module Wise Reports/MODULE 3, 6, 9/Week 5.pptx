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gT/DJmoIZbd0qywwuDMonlN0Pa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7633" y="123531"/>
            <a:ext cx="11463000" cy="461700"/>
          </a:xfrm>
          <a:prstGeom prst="rect">
            <a:avLst/>
          </a:prstGeom>
          <a:solidFill>
            <a:srgbClr val="9CC2E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(3,6,9) WEEKLY REPORT – WEEK 5</a:t>
            </a:r>
            <a:endParaRPr b="1" baseline="-2500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37633" y="757089"/>
            <a:ext cx="34455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PROJECT/FEATURE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Asset Tracking and Barcode Reader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069669" y="733130"/>
            <a:ext cx="36312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TEAM/LEADER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Arya Joshi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948243" y="733130"/>
            <a:ext cx="3829800" cy="923400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&amp; MENTOR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- 1,2,3,4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Mr.Mahesh Kandekar.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775" y="1872775"/>
            <a:ext cx="3631200" cy="203190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COMPLETED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788517" y="1805025"/>
            <a:ext cx="4469100" cy="2031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CHALLENGES/RISKS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323167" y="1804450"/>
            <a:ext cx="3631200" cy="2031900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 NEEDED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87325" y="4096950"/>
            <a:ext cx="5592300" cy="12315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AND COLLABORATION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Label generation connected to asset intake: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Registration → Code Generation → Label Print (M3) → Tag Applied → Scanning (M6)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Label template and tag lifecycle finalized collaboratively.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068591" y="4096956"/>
            <a:ext cx="5619000" cy="10467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KPI EVIDENCES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128 &amp; QR Generated + Print Template Demonstrated + Tag Records Validated + Frontend–Backend Connectivity Verified + Version-Controlled Deliverables Maintained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87325" y="5474897"/>
            <a:ext cx="6619500" cy="1183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 WEEK COMMITMENTS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Owner:</a:t>
            </a:r>
            <a:r>
              <a:rPr lang="en-US" sz="1300">
                <a:solidFill>
                  <a:schemeClr val="dk1"/>
                </a:solidFill>
              </a:rPr>
              <a:t> Pranjal Khairnar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Deliverable:</a:t>
            </a:r>
            <a:r>
              <a:rPr lang="en-US" sz="1300">
                <a:solidFill>
                  <a:schemeClr val="dk1"/>
                </a:solidFill>
              </a:rPr>
              <a:t> WebRTC camera scanner &amp; ZXing decoding engine 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Due Date:</a:t>
            </a:r>
            <a:r>
              <a:rPr lang="en-US" sz="1300">
                <a:solidFill>
                  <a:schemeClr val="dk1"/>
                </a:solidFill>
              </a:rPr>
              <a:t> 17 Aug 2026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069129" y="5389409"/>
            <a:ext cx="4618500" cy="1354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 RESPONSE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the scanning module. Implement camera-based scanning with client-side detection and a server-side ZXing decoding fallback.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278469" y="2084852"/>
            <a:ext cx="12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56450" y="2194838"/>
            <a:ext cx="37389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Integrated </a:t>
            </a:r>
            <a:r>
              <a:rPr b="1" lang="en-US" sz="1100">
                <a:solidFill>
                  <a:schemeClr val="dk1"/>
                </a:solidFill>
              </a:rPr>
              <a:t>ZXing Core 3.5.3</a:t>
            </a:r>
            <a:r>
              <a:rPr lang="en-US" sz="1100">
                <a:solidFill>
                  <a:schemeClr val="dk1"/>
                </a:solidFill>
              </a:rPr>
              <a:t> and built </a:t>
            </a:r>
            <a:r>
              <a:rPr b="1" lang="en-US" sz="1100">
                <a:solidFill>
                  <a:schemeClr val="dk1"/>
                </a:solidFill>
              </a:rPr>
              <a:t>BarcodeService</a:t>
            </a:r>
            <a:r>
              <a:rPr lang="en-US" sz="1100">
                <a:solidFill>
                  <a:schemeClr val="dk1"/>
                </a:solidFill>
              </a:rPr>
              <a:t> for Code 128 and QR generation.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Created </a:t>
            </a:r>
            <a:r>
              <a:rPr b="1" lang="en-US" sz="1100">
                <a:solidFill>
                  <a:schemeClr val="dk1"/>
                </a:solidFill>
              </a:rPr>
              <a:t>/api/barcode/generate</a:t>
            </a:r>
            <a:r>
              <a:rPr lang="en-US" sz="1100">
                <a:solidFill>
                  <a:schemeClr val="dk1"/>
                </a:solidFill>
              </a:rPr>
              <a:t> and </a:t>
            </a:r>
            <a:r>
              <a:rPr b="1" lang="en-US" sz="1100">
                <a:solidFill>
                  <a:schemeClr val="dk1"/>
                </a:solidFill>
              </a:rPr>
              <a:t>/qr</a:t>
            </a:r>
            <a:r>
              <a:rPr lang="en-US" sz="1100">
                <a:solidFill>
                  <a:schemeClr val="dk1"/>
                </a:solidFill>
              </a:rPr>
              <a:t> endpoints streaming PNG images.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Linked generation with </a:t>
            </a:r>
            <a:r>
              <a:rPr b="1" lang="en-US" sz="1100">
                <a:solidFill>
                  <a:schemeClr val="dk1"/>
                </a:solidFill>
              </a:rPr>
              <a:t>asset_tags</a:t>
            </a:r>
            <a:r>
              <a:rPr lang="en-US" sz="1100">
                <a:solidFill>
                  <a:schemeClr val="dk1"/>
                </a:solidFill>
              </a:rPr>
              <a:t> to record tag status (printed, applied).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Added </a:t>
            </a:r>
            <a:r>
              <a:rPr b="1" lang="en-US" sz="1100">
                <a:solidFill>
                  <a:schemeClr val="dk1"/>
                </a:solidFill>
              </a:rPr>
              <a:t>@media print</a:t>
            </a:r>
            <a:r>
              <a:rPr lang="en-US" sz="1100">
                <a:solidFill>
                  <a:schemeClr val="dk1"/>
                </a:solidFill>
              </a:rPr>
              <a:t> sticker template (50mm x 25mm) in register and assets pages.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682455" y="2208625"/>
            <a:ext cx="43614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Print alignment needs testing on real thermal label printers.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QR payload size must stay small for reliable scanning.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🟢 </a:t>
            </a:r>
            <a:r>
              <a:rPr b="1" lang="en-US" sz="1300">
                <a:solidFill>
                  <a:schemeClr val="dk1"/>
                </a:solidFill>
              </a:rPr>
              <a:t>Green:</a:t>
            </a:r>
            <a:r>
              <a:rPr lang="en-US" sz="1300">
                <a:solidFill>
                  <a:schemeClr val="dk1"/>
                </a:solidFill>
              </a:rPr>
              <a:t> Code 128 and QR labels generated for single and batch assets.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323167" y="2125400"/>
            <a:ext cx="3531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Test printing on sticker sheets.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Review label template layout.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Verify barcode readability.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Confirm tag status workflow.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</cp:coreProperties>
</file>