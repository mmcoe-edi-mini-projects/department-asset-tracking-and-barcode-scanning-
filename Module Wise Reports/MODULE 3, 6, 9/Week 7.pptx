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7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Hardware scanning linked to the custody flow: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Gun/Camera Scan (M6) → Asset Lookup → Transfer → Audit Log → Disposal Check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Transfer workflow and scan verification aligned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Scanner Input Demonstrated + Transfer Workflow Validated + Audit Log Entries Verified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Arya Joshi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Maintenance &amp; repair ticketing lifecycle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31 Aug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maintenance ticketing. Ensure ticket creation updates asset status and condition and is traceable through audit logs.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Engineered </a:t>
            </a:r>
            <a:r>
              <a:rPr b="1" lang="en-US" sz="1100">
                <a:solidFill>
                  <a:schemeClr val="dk1"/>
                </a:solidFill>
              </a:rPr>
              <a:t>keyboard-wedge interceptor</a:t>
            </a:r>
            <a:r>
              <a:rPr lang="en-US" sz="1100">
                <a:solidFill>
                  <a:schemeClr val="dk1"/>
                </a:solidFill>
              </a:rPr>
              <a:t> to capture </a:t>
            </a:r>
            <a:r>
              <a:rPr b="1" lang="en-US" sz="1100">
                <a:solidFill>
                  <a:schemeClr val="dk1"/>
                </a:solidFill>
              </a:rPr>
              <a:t>USB barcode gun</a:t>
            </a:r>
            <a:r>
              <a:rPr lang="en-US" sz="1100">
                <a:solidFill>
                  <a:schemeClr val="dk1"/>
                </a:solidFill>
              </a:rPr>
              <a:t> input without drivers.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Developed </a:t>
            </a:r>
            <a:r>
              <a:rPr b="1" lang="en-US" sz="1100">
                <a:solidFill>
                  <a:schemeClr val="dk1"/>
                </a:solidFill>
              </a:rPr>
              <a:t>AssignmentService</a:t>
            </a:r>
            <a:r>
              <a:rPr lang="en-US" sz="1100">
                <a:solidFill>
                  <a:schemeClr val="dk1"/>
                </a:solidFill>
              </a:rPr>
              <a:t> for custodian assignment and departmental transfers.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Added </a:t>
            </a:r>
            <a:r>
              <a:rPr b="1" lang="en-US" sz="1100">
                <a:solidFill>
                  <a:schemeClr val="dk1"/>
                </a:solidFill>
              </a:rPr>
              <a:t>barcode_verified</a:t>
            </a:r>
            <a:r>
              <a:rPr lang="en-US" sz="1100">
                <a:solidFill>
                  <a:schemeClr val="dk1"/>
                </a:solidFill>
              </a:rPr>
              <a:t> check before executing custody handovers.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transfer.html</a:t>
            </a:r>
            <a:r>
              <a:rPr lang="en-US" sz="1100">
                <a:solidFill>
                  <a:schemeClr val="dk1"/>
                </a:solidFill>
              </a:rPr>
              <a:t> with real-time source and destination room selection.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Keystroke timing thresholds need tuning for different scanner models.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Disposed assets must be blocked from transfers (Module 9).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Atomic transfer updates and audit log entries validated.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with a physical USB scanner.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transfer audit trail.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scan-to-transfer flow.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handover approval rules.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