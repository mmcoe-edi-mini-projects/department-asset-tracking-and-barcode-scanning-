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T/DJmoIZbd0qywwuDMonlN0Pa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37633" y="123531"/>
            <a:ext cx="11463000" cy="461700"/>
          </a:xfrm>
          <a:prstGeom prst="rect">
            <a:avLst/>
          </a:prstGeom>
          <a:solidFill>
            <a:srgbClr val="9CC2E5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(3,6,9) WEEKLY REPORT – WEEK 10</a:t>
            </a:r>
            <a:endParaRPr b="1" baseline="-2500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37633" y="757089"/>
            <a:ext cx="34455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PROJECT/FEATURE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Asset Tracking and Barcode Reader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069669" y="733130"/>
            <a:ext cx="3631200" cy="923400"/>
          </a:xfrm>
          <a:prstGeom prst="rect">
            <a:avLst/>
          </a:prstGeom>
          <a:solidFill>
            <a:srgbClr val="DDEAF6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TEAM/LEADER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Vedant Pathak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948243" y="733130"/>
            <a:ext cx="3829800" cy="923400"/>
          </a:xfrm>
          <a:prstGeom prst="rect">
            <a:avLst/>
          </a:prstGeom>
          <a:solidFill>
            <a:srgbClr val="FBE4D4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&amp; MENTOR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- 1,2,3,4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Mr.Mahesh Kandekar.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91775" y="1872775"/>
            <a:ext cx="3631200" cy="2031900"/>
          </a:xfrm>
          <a:prstGeom prst="rect">
            <a:avLst/>
          </a:prstGeom>
          <a:solidFill>
            <a:srgbClr val="92D05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788517" y="1805025"/>
            <a:ext cx="4469100" cy="20319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CHALLENGES/RISKS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8323167" y="1804450"/>
            <a:ext cx="3631200" cy="2031900"/>
          </a:xfrm>
          <a:prstGeom prst="rect">
            <a:avLst/>
          </a:prstGeom>
          <a:solidFill>
            <a:srgbClr val="FFC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 NEEDED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87325" y="4096950"/>
            <a:ext cx="5592300" cy="12315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 AND COLLABORATION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Disposal governing the end of the asset lifecycle: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 </a:t>
            </a:r>
            <a:r>
              <a:rPr b="1" lang="en-US">
                <a:solidFill>
                  <a:schemeClr val="dk1"/>
                </a:solidFill>
              </a:rPr>
              <a:t>Label (M3) → Scan (M6) → Disposal Request → HOD Approval → Write-Off (M9)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Governance rules and status safeguards aligned collaboratively.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6068591" y="4096956"/>
            <a:ext cx="5619000" cy="1046700"/>
          </a:xfrm>
          <a:prstGeom prst="rect">
            <a:avLst/>
          </a:prstGeom>
          <a:solidFill>
            <a:srgbClr val="ACB8CA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KPI EVIDENCES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Two-Stage Approval Demonstrated + Status Lockdown Validated + Book Value Captured + Positive &amp; Negative Test Cases Executed + Version-Controlled Deliverables Maintained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87325" y="5474897"/>
            <a:ext cx="6619500" cy="1183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NEXT  WEEK COMMITMENTS</a:t>
            </a:r>
            <a:endParaRPr b="1" i="0" sz="1400" u="none" cap="none" strike="noStrike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Owner:</a:t>
            </a:r>
            <a:r>
              <a:rPr lang="en-US" sz="1300">
                <a:solidFill>
                  <a:schemeClr val="dk1"/>
                </a:solidFill>
              </a:rPr>
              <a:t> Arya Joshi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Deliverable:</a:t>
            </a:r>
            <a:r>
              <a:rPr lang="en-US" sz="1300">
                <a:solidFill>
                  <a:schemeClr val="dk1"/>
                </a:solidFill>
              </a:rPr>
              <a:t> Analytics, financial valuation &amp; audit trail </a:t>
            </a:r>
            <a:br>
              <a:rPr lang="en-US" sz="1300">
                <a:solidFill>
                  <a:schemeClr val="dk1"/>
                </a:solidFill>
              </a:rPr>
            </a:br>
            <a:r>
              <a:rPr b="1" lang="en-US" sz="1300">
                <a:solidFill>
                  <a:schemeClr val="dk1"/>
                </a:solidFill>
              </a:rPr>
              <a:t>Due Date:</a:t>
            </a:r>
            <a:r>
              <a:rPr lang="en-US" sz="1300">
                <a:solidFill>
                  <a:schemeClr val="dk1"/>
                </a:solidFill>
              </a:rPr>
              <a:t> 21 Sep 2026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069129" y="5389409"/>
            <a:ext cx="4618500" cy="1354500"/>
          </a:xfrm>
          <a:prstGeom prst="rect">
            <a:avLst/>
          </a:prstGeom>
          <a:solidFill>
            <a:srgbClr val="F7CAA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 RESPONSE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 reports and analytics. Add financial valuation, categorical breakdowns and an audit trail capturing disposal and transfer events.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278469" y="2084852"/>
            <a:ext cx="123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-56450" y="2194838"/>
            <a:ext cx="37389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Implemented </a:t>
            </a:r>
            <a:r>
              <a:rPr b="1" lang="en-US" sz="1100">
                <a:solidFill>
                  <a:schemeClr val="dk1"/>
                </a:solidFill>
              </a:rPr>
              <a:t>DisposalRequest</a:t>
            </a:r>
            <a:r>
              <a:rPr lang="en-US" sz="1100">
                <a:solidFill>
                  <a:schemeClr val="dk1"/>
                </a:solidFill>
              </a:rPr>
              <a:t>, </a:t>
            </a:r>
            <a:r>
              <a:rPr b="1" lang="en-US" sz="1100">
                <a:solidFill>
                  <a:schemeClr val="dk1"/>
                </a:solidFill>
              </a:rPr>
              <a:t>DisposalService</a:t>
            </a:r>
            <a:r>
              <a:rPr lang="en-US" sz="1100">
                <a:solidFill>
                  <a:schemeClr val="dk1"/>
                </a:solidFill>
              </a:rPr>
              <a:t> and </a:t>
            </a:r>
            <a:r>
              <a:rPr b="1" lang="en-US" sz="1100">
                <a:solidFill>
                  <a:schemeClr val="dk1"/>
                </a:solidFill>
              </a:rPr>
              <a:t>DisposalController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Built two-stage workflow: request → </a:t>
            </a:r>
            <a:r>
              <a:rPr b="1" lang="en-US" sz="1100">
                <a:solidFill>
                  <a:schemeClr val="dk1"/>
                </a:solidFill>
              </a:rPr>
              <a:t>HOD/Admin approval</a:t>
            </a:r>
            <a:r>
              <a:rPr lang="en-US" sz="1100">
                <a:solidFill>
                  <a:schemeClr val="dk1"/>
                </a:solidFill>
              </a:rPr>
              <a:t> → final execution.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Added safeguards blocking </a:t>
            </a:r>
            <a:r>
              <a:rPr b="1" lang="en-US" sz="1100">
                <a:solidFill>
                  <a:schemeClr val="dk1"/>
                </a:solidFill>
              </a:rPr>
              <a:t>disposed / written-off</a:t>
            </a:r>
            <a:r>
              <a:rPr lang="en-US" sz="1100">
                <a:solidFill>
                  <a:schemeClr val="dk1"/>
                </a:solidFill>
              </a:rPr>
              <a:t> assets from transfers, tickets and audits.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n-US" sz="1100">
                <a:solidFill>
                  <a:schemeClr val="dk1"/>
                </a:solidFill>
              </a:rPr>
              <a:t>Delivered </a:t>
            </a:r>
            <a:r>
              <a:rPr b="1" lang="en-US" sz="1100">
                <a:solidFill>
                  <a:schemeClr val="dk1"/>
                </a:solidFill>
              </a:rPr>
              <a:t>disposal.html</a:t>
            </a:r>
            <a:r>
              <a:rPr lang="en-US" sz="1100">
                <a:solidFill>
                  <a:schemeClr val="dk1"/>
                </a:solidFill>
              </a:rPr>
              <a:t> with book value capture and status filters.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82455" y="2208625"/>
            <a:ext cx="43614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Book value estimation needs verification against depreciation rates.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🟠 </a:t>
            </a:r>
            <a:r>
              <a:rPr b="1" lang="en-US" sz="1300">
                <a:solidFill>
                  <a:schemeClr val="dk1"/>
                </a:solidFill>
              </a:rPr>
              <a:t>Amber:</a:t>
            </a:r>
            <a:r>
              <a:rPr lang="en-US" sz="1300">
                <a:solidFill>
                  <a:schemeClr val="dk1"/>
                </a:solidFill>
              </a:rPr>
              <a:t> Rejected requests must correctly restore asset status to available.</a:t>
            </a:r>
            <a:endParaRPr sz="13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US" sz="1300">
                <a:solidFill>
                  <a:schemeClr val="dk1"/>
                </a:solidFill>
              </a:rPr>
              <a:t>🟢 </a:t>
            </a:r>
            <a:r>
              <a:rPr b="1" lang="en-US" sz="1300">
                <a:solidFill>
                  <a:schemeClr val="dk1"/>
                </a:solidFill>
              </a:rPr>
              <a:t>Green:</a:t>
            </a:r>
            <a:r>
              <a:rPr lang="en-US" sz="1300">
                <a:solidFill>
                  <a:schemeClr val="dk1"/>
                </a:solidFill>
              </a:rPr>
              <a:t> Request, approval and finalize flow validated with status lockdown.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323167" y="2125400"/>
            <a:ext cx="35319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Review approval hierarchy.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Validate book value records.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Test rejection and finalize paths.</a:t>
            </a:r>
            <a:endParaRPr sz="11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lang="en-US" sz="1100">
                <a:solidFill>
                  <a:schemeClr val="dk1"/>
                </a:solidFill>
              </a:rPr>
              <a:t>Confirm write-off policy rules.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</cp:coreProperties>
</file>