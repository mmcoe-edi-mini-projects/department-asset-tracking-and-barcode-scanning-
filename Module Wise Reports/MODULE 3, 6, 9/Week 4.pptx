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4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Intake feeding label generation and scanning: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Receipt → Asset Registration → Tag Record → Label Generation (M3) → Scanning (M6)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Registration and barcode tagging workflow aligned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&amp; Batch Registration Demonstrated + Serial Validation Verified + Database Records Validated + Frontend–Backend Connectivity Verified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Arya Joshi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Barcode &amp; QR label generation engine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10 Aug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barcode label generation. Integrate ZXing to produce Code 128 and QR labels with printable templates linked to asset tag records.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Implemented </a:t>
            </a:r>
            <a:r>
              <a:rPr b="1" lang="en-US" sz="1100">
                <a:solidFill>
                  <a:schemeClr val="dk1"/>
                </a:solidFill>
              </a:rPr>
              <a:t>SequenceService</a:t>
            </a:r>
            <a:r>
              <a:rPr lang="en-US" sz="1100">
                <a:solidFill>
                  <a:schemeClr val="dk1"/>
                </a:solidFill>
              </a:rPr>
              <a:t> for gapless </a:t>
            </a:r>
            <a:r>
              <a:rPr b="1" lang="en-US" sz="1100">
                <a:solidFill>
                  <a:schemeClr val="dk1"/>
                </a:solidFill>
              </a:rPr>
              <a:t>AST-YYYY-XXXXXX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REC-YYYY-XXXXXX</a:t>
            </a:r>
            <a:r>
              <a:rPr lang="en-US" sz="1100">
                <a:solidFill>
                  <a:schemeClr val="dk1"/>
                </a:solidFill>
              </a:rPr>
              <a:t> codes.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single registration with real-time </a:t>
            </a:r>
            <a:r>
              <a:rPr b="1" lang="en-US" sz="1100">
                <a:solidFill>
                  <a:schemeClr val="dk1"/>
                </a:solidFill>
              </a:rPr>
              <a:t>serial collision check</a:t>
            </a:r>
            <a:r>
              <a:rPr lang="en-US" sz="1100">
                <a:solidFill>
                  <a:schemeClr val="dk1"/>
                </a:solidFill>
              </a:rPr>
              <a:t> API.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Developed </a:t>
            </a:r>
            <a:r>
              <a:rPr b="1" lang="en-US" sz="1100">
                <a:solidFill>
                  <a:schemeClr val="dk1"/>
                </a:solidFill>
              </a:rPr>
              <a:t>batch invoice intake</a:t>
            </a:r>
            <a:r>
              <a:rPr lang="en-US" sz="1100">
                <a:solidFill>
                  <a:schemeClr val="dk1"/>
                </a:solidFill>
              </a:rPr>
              <a:t> creating up to 100 assets per receipt.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b="1" lang="en-US" sz="1100">
                <a:solidFill>
                  <a:schemeClr val="dk1"/>
                </a:solidFill>
              </a:rPr>
              <a:t>register.html</a:t>
            </a:r>
            <a:r>
              <a:rPr lang="en-US" sz="1100">
                <a:solidFill>
                  <a:schemeClr val="dk1"/>
                </a:solidFill>
              </a:rPr>
              <a:t> with tabbed single/batch views and invoice calculation.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Large batch intake needs performance testing.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Label generation is yet to be integrated.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Atomic codes and duplicate-serial checks verified.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batch intake with 100 units.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receipt-to-asset linkage.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serial check API.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label fields required.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