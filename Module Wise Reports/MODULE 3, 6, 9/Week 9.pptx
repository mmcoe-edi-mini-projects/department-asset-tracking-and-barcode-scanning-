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9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Pranjal Khairnar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Audit verification driven by barcode scanning: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Audit Manifest → Scan Asset (M6) → Verify Status → Discrepancy → Disposal Candidate (M9)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Audit workflow and status rules finalized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 Cycle Demonstrated + Scan Verification Validated + Status Sync Verified + Positive &amp; Negative Test Cases Executed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Vedant Pathak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Disposal &amp; write-off governance workflow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14 Sep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disposal and write-off governance. Build a two-stage approval workflow and block disposed assets from transfers and audits.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Created </a:t>
            </a:r>
            <a:r>
              <a:rPr b="1" lang="en-US" sz="1100">
                <a:solidFill>
                  <a:schemeClr val="dk1"/>
                </a:solidFill>
              </a:rPr>
              <a:t>InventoryAuditService</a:t>
            </a:r>
            <a:r>
              <a:rPr lang="en-US" sz="1100">
                <a:solidFill>
                  <a:schemeClr val="dk1"/>
                </a:solidFill>
              </a:rPr>
              <a:t> with repositories for </a:t>
            </a:r>
            <a:r>
              <a:rPr b="1" lang="en-US" sz="1100">
                <a:solidFill>
                  <a:schemeClr val="dk1"/>
                </a:solidFill>
              </a:rPr>
              <a:t>audit_cycles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chemeClr val="dk1"/>
                </a:solidFill>
              </a:rPr>
              <a:t>audit_items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Built cycle generation that auto-compiles a </a:t>
            </a:r>
            <a:r>
              <a:rPr b="1" lang="en-US" sz="1100">
                <a:solidFill>
                  <a:schemeClr val="dk1"/>
                </a:solidFill>
              </a:rPr>
              <a:t>manifest</a:t>
            </a:r>
            <a:r>
              <a:rPr lang="en-US" sz="1100">
                <a:solidFill>
                  <a:schemeClr val="dk1"/>
                </a:solidFill>
              </a:rPr>
              <a:t> of assets in a department or room.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Integrated scanning with states </a:t>
            </a:r>
            <a:r>
              <a:rPr b="1" lang="en-US" sz="1100">
                <a:solidFill>
                  <a:schemeClr val="dk1"/>
                </a:solidFill>
              </a:rPr>
              <a:t>found, missing, damaged, misplaced, not_accessible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Delivered </a:t>
            </a:r>
            <a:r>
              <a:rPr b="1" lang="en-US" sz="1100">
                <a:solidFill>
                  <a:schemeClr val="dk1"/>
                </a:solidFill>
              </a:rPr>
              <a:t>audit.html</a:t>
            </a:r>
            <a:r>
              <a:rPr lang="en-US" sz="1100">
                <a:solidFill>
                  <a:schemeClr val="dk1"/>
                </a:solidFill>
              </a:rPr>
              <a:t> with progress bars, live scan input and status badges.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Auto-marking missing items as lost needs false-positive review.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Disposed assets must be excluded from audit manifests (Module 9).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Manifest generation and real-time status sync validated.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Test audit on a full department.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Validate scan-based verification.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Review discrepancy handling.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Confirm audit completion locking.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