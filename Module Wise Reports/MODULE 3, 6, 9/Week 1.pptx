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T/DJmoIZbd0qywwuDMonlN0P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(3,6,9) WEEKLY REPORT – WEEK 1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Vedant Pathak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- 1,2,3,4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72775"/>
            <a:ext cx="3631200" cy="20319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0"/>
            <a:ext cx="5592300" cy="12315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Module scope aligned around the asset lifecycle: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Registration → Label Generation (M3) → Scanning (M6) → Disposal &amp; Write-Off (M9)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Common architecture and design system finalized collaboratively.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10467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SRS Approved + Architecture &amp; DFD Diagrams Prepared + Technology Stack Finalized + Design Tokens Documented + Repository Initialized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7325" y="5474897"/>
            <a:ext cx="6619500" cy="1183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Owner:</a:t>
            </a:r>
            <a:r>
              <a:rPr lang="en-US" sz="1300">
                <a:solidFill>
                  <a:schemeClr val="dk1"/>
                </a:solidFill>
              </a:rPr>
              <a:t> Arya Joshi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Deliverable:</a:t>
            </a:r>
            <a:r>
              <a:rPr lang="en-US" sz="1300">
                <a:solidFill>
                  <a:schemeClr val="dk1"/>
                </a:solidFill>
              </a:rPr>
              <a:t> Relational database schema &amp; ERD 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Due Date:</a:t>
            </a:r>
            <a:r>
              <a:rPr lang="en-US" sz="1300">
                <a:solidFill>
                  <a:schemeClr val="dk1"/>
                </a:solidFill>
              </a:rPr>
              <a:t> 20 Jul 2026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354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Proceed to database design. Define a normalized schema covering assets, tags, scan/audit records and disposal requests with proper constraints.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56450" y="2194838"/>
            <a:ext cx="37389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Mapped </a:t>
            </a:r>
            <a:r>
              <a:rPr b="1" lang="en-US" sz="1100">
                <a:solidFill>
                  <a:schemeClr val="dk1"/>
                </a:solidFill>
              </a:rPr>
              <a:t>asset handling procedures</a:t>
            </a:r>
            <a:r>
              <a:rPr lang="en-US" sz="1100">
                <a:solidFill>
                  <a:schemeClr val="dk1"/>
                </a:solidFill>
              </a:rPr>
              <a:t> across Computer, Mechanical and E&amp;TC departments.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Prepared the </a:t>
            </a:r>
            <a:r>
              <a:rPr b="1" lang="en-US" sz="1100">
                <a:solidFill>
                  <a:schemeClr val="dk1"/>
                </a:solidFill>
              </a:rPr>
              <a:t>SRS and module matrix</a:t>
            </a:r>
            <a:r>
              <a:rPr lang="en-US" sz="1100">
                <a:solidFill>
                  <a:schemeClr val="dk1"/>
                </a:solidFill>
              </a:rPr>
              <a:t> covering Modules 3, 6 and 9.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Evaluated </a:t>
            </a:r>
            <a:r>
              <a:rPr b="1" lang="en-US" sz="1100">
                <a:solidFill>
                  <a:schemeClr val="dk1"/>
                </a:solidFill>
              </a:rPr>
              <a:t>Code 128 vs QR vs RFID</a:t>
            </a:r>
            <a:r>
              <a:rPr lang="en-US" sz="1100">
                <a:solidFill>
                  <a:schemeClr val="dk1"/>
                </a:solidFill>
              </a:rPr>
              <a:t>; selected hybrid </a:t>
            </a:r>
            <a:r>
              <a:rPr b="1" lang="en-US" sz="1100">
                <a:solidFill>
                  <a:schemeClr val="dk1"/>
                </a:solidFill>
              </a:rPr>
              <a:t>Code 128 + QR using ZXing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Set up repository, </a:t>
            </a:r>
            <a:r>
              <a:rPr b="1" lang="en-US" sz="1100">
                <a:solidFill>
                  <a:schemeClr val="dk1"/>
                </a:solidFill>
              </a:rPr>
              <a:t>Java 21 / Spring Boot 3.3.5</a:t>
            </a:r>
            <a:r>
              <a:rPr lang="en-US" sz="1100">
                <a:solidFill>
                  <a:schemeClr val="dk1"/>
                </a:solidFill>
              </a:rPr>
              <a:t> baseline and UI </a:t>
            </a:r>
            <a:r>
              <a:rPr b="1" lang="en-US" sz="1100">
                <a:solidFill>
                  <a:schemeClr val="dk1"/>
                </a:solidFill>
              </a:rPr>
              <a:t>design tokens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82455" y="2208625"/>
            <a:ext cx="4361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Disposal approval rules need stakeholder confirmation.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Scan accuracy on low-quality webcams is yet to be tested.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🟢 </a:t>
            </a:r>
            <a:r>
              <a:rPr b="1" lang="en-US" sz="1300">
                <a:solidFill>
                  <a:schemeClr val="dk1"/>
                </a:solidFill>
              </a:rPr>
              <a:t>Green:</a:t>
            </a:r>
            <a:r>
              <a:rPr lang="en-US" sz="1300">
                <a:solidFill>
                  <a:schemeClr val="dk1"/>
                </a:solidFill>
              </a:rPr>
              <a:t> Tech stack, SRS and DFD diagrams approved.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23167" y="2125400"/>
            <a:ext cx="353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Confirm MMCOE label size and layout.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Finalize disposal approval hierarchy (HOD/Admin).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Provide sample invoices and asset data.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Review SRS and module scope.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