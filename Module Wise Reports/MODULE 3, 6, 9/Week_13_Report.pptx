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6" Type="http://customschemas.google.com/relationships/presentationmetadata" Target="metadata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13</a:t>
            </a:r>
            <a:endParaRPr sz="1800" b="1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289"/>
          </a:xfrm>
          <a:prstGeom prst="rect">
            <a:avLst/>
          </a:prstGeom>
          <a:solidFill>
            <a:srgbClr val="DDEAF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13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Sanskruti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Ghavghave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Full lifecycle integrated across Team 1 modules: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 b="1">
                <a:solidFill>
                  <a:schemeClr val="dk1"/>
                </a:solidFill>
              </a:rPr>
              <a:t>Login/RBAC → Asset Master → Tag → Audit Log → Dashboard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Auth, Master and Audit services integrated collaboratively.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RBAC Views Verified (Admin/HOD/Staff) + Audit Diff Trail Validated + Dashboard KPIs &amp; ₹ Valuation Reconciled + Serial/Code Uniqueness Tested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367257"/>
          </a:xfrm>
          <a:prstGeom prst="rect">
            <a:avLst/>
          </a:prstGeom>
          <a:solidFill>
            <a:srgbClr val="F7CAA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sz="1400" b="1" i="0" u="none" strike="noStrike" cap="none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 dirty="0">
                <a:solidFill>
                  <a:schemeClr val="dk1"/>
                </a:solidFill>
              </a:rPr>
              <a:t>Owner:</a:t>
            </a:r>
            <a:r>
              <a:rPr lang="en-US" sz="1300" dirty="0">
                <a:solidFill>
                  <a:schemeClr val="dk1"/>
                </a:solidFill>
              </a:rPr>
              <a:t> Yash Bhure </a:t>
            </a:r>
            <a:br>
              <a:rPr lang="en-US" sz="1300" dirty="0">
                <a:solidFill>
                  <a:schemeClr val="dk1"/>
                </a:solidFill>
              </a:rPr>
            </a:br>
            <a:r>
              <a:rPr lang="en-US" sz="1300" b="1" dirty="0">
                <a:solidFill>
                  <a:schemeClr val="dk1"/>
                </a:solidFill>
              </a:rPr>
              <a:t>Deliverable:</a:t>
            </a:r>
            <a:r>
              <a:rPr lang="en-US" sz="1300" dirty="0">
                <a:solidFill>
                  <a:schemeClr val="dk1"/>
                </a:solidFill>
              </a:rPr>
              <a:t> Final documentation &amp; demo rehearsal </a:t>
            </a:r>
            <a:br>
              <a:rPr lang="en-US" sz="1300" dirty="0">
                <a:solidFill>
                  <a:schemeClr val="dk1"/>
                </a:solidFill>
              </a:rPr>
            </a:br>
            <a:r>
              <a:rPr lang="en-US" sz="1300" b="1" dirty="0">
                <a:solidFill>
                  <a:schemeClr val="dk1"/>
                </a:solidFill>
              </a:rPr>
              <a:t>Due Date:</a:t>
            </a:r>
            <a:r>
              <a:rPr lang="en-US" sz="1300" dirty="0">
                <a:solidFill>
                  <a:schemeClr val="dk1"/>
                </a:solidFill>
              </a:rPr>
              <a:t> 19 Oct 2026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progress on the integrated modules. Fix remaining issues, complete documentation and prepare the demo of RBAC, audit trail and analytics.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Ran </a:t>
            </a:r>
            <a:r>
              <a:rPr lang="en-US" sz="1100" b="1">
                <a:solidFill>
                  <a:schemeClr val="dk1"/>
                </a:solidFill>
              </a:rPr>
              <a:t>end-to-end tests</a:t>
            </a:r>
            <a:r>
              <a:rPr lang="en-US" sz="1100">
                <a:solidFill>
                  <a:schemeClr val="dk1"/>
                </a:solidFill>
              </a:rPr>
              <a:t>: Login → Intake → Tag Binding → Audit Log → Dashboard.</a:t>
            </a:r>
            <a:endParaRPr sz="11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Verified </a:t>
            </a:r>
            <a:r>
              <a:rPr lang="en-US" sz="1100" b="1">
                <a:solidFill>
                  <a:schemeClr val="dk1"/>
                </a:solidFill>
              </a:rPr>
              <a:t>RBAC gating</a:t>
            </a:r>
            <a:r>
              <a:rPr lang="en-US" sz="1100">
                <a:solidFill>
                  <a:schemeClr val="dk1"/>
                </a:solidFill>
              </a:rPr>
              <a:t> for Admin, HOD and Staff on UI navigation and API.</a:t>
            </a:r>
            <a:endParaRPr sz="11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Validated </a:t>
            </a:r>
            <a:r>
              <a:rPr lang="en-US" sz="1100" b="1">
                <a:solidFill>
                  <a:schemeClr val="dk1"/>
                </a:solidFill>
              </a:rPr>
              <a:t>audit trail</a:t>
            </a:r>
            <a:r>
              <a:rPr lang="en-US" sz="1100">
                <a:solidFill>
                  <a:schemeClr val="dk1"/>
                </a:solidFill>
              </a:rPr>
              <a:t> old → new values across all transactions.</a:t>
            </a:r>
            <a:endParaRPr sz="11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Reconciled </a:t>
            </a:r>
            <a:r>
              <a:rPr lang="en-US" sz="1100" b="1">
                <a:solidFill>
                  <a:schemeClr val="dk1"/>
                </a:solidFill>
              </a:rPr>
              <a:t>KPIs and ₹ valuation</a:t>
            </a:r>
            <a:r>
              <a:rPr lang="en-US" sz="1100">
                <a:solidFill>
                  <a:schemeClr val="dk1"/>
                </a:solidFill>
              </a:rPr>
              <a:t>; applied Week 12 UI polish fixes.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lang="en-US" sz="1300" b="1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Session tokens are held in-memory (ConcurrentHashMap) and reset on server restart.</a:t>
            </a:r>
            <a:endParaRPr sz="13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lang="en-US" sz="1300" b="1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Client route guard uses localStorage; server-side checks remain the source of truth.</a:t>
            </a:r>
            <a:endParaRPr sz="13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lang="en-US" sz="1300" b="1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Auth, Asset Master and Audit/Reports modules integrated; end-to-end tests executed.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 b="1">
                <a:solidFill>
                  <a:schemeClr val="dk1"/>
                </a:solidFill>
              </a:rPr>
              <a:t>Review of RBAC permission matrix.</a:t>
            </a:r>
            <a:endParaRPr sz="11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 b="1">
                <a:solidFill>
                  <a:schemeClr val="dk1"/>
                </a:solidFill>
              </a:rPr>
              <a:t>Feedback on dashboard KPIs.</a:t>
            </a:r>
            <a:endParaRPr sz="11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 b="1">
                <a:solidFill>
                  <a:schemeClr val="dk1"/>
                </a:solidFill>
              </a:rPr>
              <a:t>Confirm audit-log retention scope.</a:t>
            </a:r>
            <a:endParaRPr sz="11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 b="1">
                <a:solidFill>
                  <a:schemeClr val="dk1"/>
                </a:solidFill>
              </a:rPr>
              <a:t>Sign-off on test results.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yash bhure</cp:lastModifiedBy>
  <cp:revision>1</cp:revision>
  <dcterms:created xsi:type="dcterms:W3CDTF">2026-08-06T17:56:38Z</dcterms:created>
  <dcterms:modified xsi:type="dcterms:W3CDTF">2026-10-19T06:39:15Z</dcterms:modified>
</cp:coreProperties>
</file>