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2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 Joshi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Database aligned with module data flow: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Receipts → Assets → Asset Tags (M3) → Scan Lookup (M6) → Disposal Requests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Common schema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Schema Executed + Constraints Validated + ERD Prepared + Table Relationships Verified + Version-Controlled Scripts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Pranjal Khairnar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Master data seeding, RBAC &amp; authentication API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27 Jul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master data setup and authentication. Implement RBAC with seed data for departments, roles and users before module development.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Designed an </a:t>
            </a:r>
            <a:r>
              <a:rPr b="1" lang="en-US" sz="1100">
                <a:solidFill>
                  <a:schemeClr val="dk1"/>
                </a:solidFill>
              </a:rPr>
              <a:t>18-table 3NF MySQL 8.0 schema</a:t>
            </a:r>
            <a:r>
              <a:rPr lang="en-US" sz="1100">
                <a:solidFill>
                  <a:schemeClr val="dk1"/>
                </a:solidFill>
              </a:rPr>
              <a:t> with normalized relationships.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Added </a:t>
            </a:r>
            <a:r>
              <a:rPr b="1" lang="en-US" sz="1100">
                <a:solidFill>
                  <a:schemeClr val="dk1"/>
                </a:solidFill>
              </a:rPr>
              <a:t>foreign keys</a:t>
            </a:r>
            <a:r>
              <a:rPr lang="en-US" sz="1100">
                <a:solidFill>
                  <a:schemeClr val="dk1"/>
                </a:solidFill>
              </a:rPr>
              <a:t> with CASCADE / SET NULL rules for tags, tickets and audit items.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atomic </a:t>
            </a:r>
            <a:r>
              <a:rPr b="1" lang="en-US" sz="1100">
                <a:solidFill>
                  <a:schemeClr val="dk1"/>
                </a:solidFill>
              </a:rPr>
              <a:t>code_sequences</a:t>
            </a:r>
            <a:r>
              <a:rPr lang="en-US" sz="1100">
                <a:solidFill>
                  <a:schemeClr val="dk1"/>
                </a:solidFill>
              </a:rPr>
              <a:t> table to prevent duplicate codes in concurrent registration.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Authored </a:t>
            </a:r>
            <a:r>
              <a:rPr b="1" lang="en-US" sz="1100">
                <a:solidFill>
                  <a:schemeClr val="dk1"/>
                </a:solidFill>
              </a:rPr>
              <a:t>unified_schema.sql</a:t>
            </a:r>
            <a:r>
              <a:rPr lang="en-US" sz="1100">
                <a:solidFill>
                  <a:schemeClr val="dk1"/>
                </a:solidFill>
              </a:rPr>
              <a:t> and the </a:t>
            </a:r>
            <a:r>
              <a:rPr b="1" lang="en-US" sz="1100">
                <a:solidFill>
                  <a:schemeClr val="dk1"/>
                </a:solidFill>
              </a:rPr>
              <a:t>ERD</a:t>
            </a:r>
            <a:r>
              <a:rPr lang="en-US" sz="1100">
                <a:solidFill>
                  <a:schemeClr val="dk1"/>
                </a:solidFill>
              </a:rPr>
              <a:t> (asset_tracking_erd.pdf).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Cascade rules must be validated so asset history is not lost on deletes.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Seed data and Spring entity mapping are yet to be implemented.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Schema executes cleanly; UNIQUE constraints verified.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ERD and normalization.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asset_tags and disposal_requests tables.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sequence generation concurrency.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cascade and delete policies.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