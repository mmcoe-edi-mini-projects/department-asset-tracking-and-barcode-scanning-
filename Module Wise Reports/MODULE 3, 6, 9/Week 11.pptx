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T/DJmoIZbd0qywwuDMonlN0P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(3,6,9) WEEKLY REPORT – WEEK 11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Arya Joshi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- 1,2,3,4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72775"/>
            <a:ext cx="3631200" cy="20319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0"/>
            <a:ext cx="5592300" cy="12315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Reports consolidating all module activity: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Label (M3) → Scan (M6) → Disposal (M9) → Valuation Report → Audit Trail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Reporting metrics and audit trail finalized collaboratively.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10467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KPIs Demonstrated + Valuation Totals Verified + Audit Trail Validated + Frontend–Backend Connectivity Verified + Version-Controlled Deliverables Maintained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7325" y="5474897"/>
            <a:ext cx="6619500" cy="1183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Owner:</a:t>
            </a:r>
            <a:r>
              <a:rPr lang="en-US" sz="1300">
                <a:solidFill>
                  <a:schemeClr val="dk1"/>
                </a:solidFill>
              </a:rPr>
              <a:t> Pranjal Khairnar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Deliverable:</a:t>
            </a:r>
            <a:r>
              <a:rPr lang="en-US" sz="1300">
                <a:solidFill>
                  <a:schemeClr val="dk1"/>
                </a:solidFill>
              </a:rPr>
              <a:t> End-to-end testing, hardening &amp; deployment 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Due Date:</a:t>
            </a:r>
            <a:r>
              <a:rPr lang="en-US" sz="1300">
                <a:solidFill>
                  <a:schemeClr val="dk1"/>
                </a:solidFill>
              </a:rPr>
              <a:t> 28 Sep 2026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354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 final integration. Run end-to-end tests across all modules, test scan accuracy and prepare deployment and documentation.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56450" y="2194838"/>
            <a:ext cx="37389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Built </a:t>
            </a:r>
            <a:r>
              <a:rPr b="1" lang="en-US" sz="1100">
                <a:solidFill>
                  <a:schemeClr val="dk1"/>
                </a:solidFill>
              </a:rPr>
              <a:t>ReportService</a:t>
            </a:r>
            <a:r>
              <a:rPr lang="en-US" sz="1100">
                <a:solidFill>
                  <a:schemeClr val="dk1"/>
                </a:solidFill>
              </a:rPr>
              <a:t> with </a:t>
            </a:r>
            <a:r>
              <a:rPr b="1" lang="en-US" sz="1100">
                <a:solidFill>
                  <a:schemeClr val="dk1"/>
                </a:solidFill>
              </a:rPr>
              <a:t>SUM(cost)</a:t>
            </a:r>
            <a:r>
              <a:rPr lang="en-US" sz="1100">
                <a:solidFill>
                  <a:schemeClr val="dk1"/>
                </a:solidFill>
              </a:rPr>
              <a:t> and </a:t>
            </a:r>
            <a:r>
              <a:rPr b="1" lang="en-US" sz="1100">
                <a:solidFill>
                  <a:schemeClr val="dk1"/>
                </a:solidFill>
              </a:rPr>
              <a:t>GROUP BY</a:t>
            </a:r>
            <a:r>
              <a:rPr lang="en-US" sz="1100">
                <a:solidFill>
                  <a:schemeClr val="dk1"/>
                </a:solidFill>
              </a:rPr>
              <a:t> department, category and status.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Programmed </a:t>
            </a:r>
            <a:r>
              <a:rPr b="1" lang="en-US" sz="1100">
                <a:solidFill>
                  <a:schemeClr val="dk1"/>
                </a:solidFill>
              </a:rPr>
              <a:t>AuditService</a:t>
            </a:r>
            <a:r>
              <a:rPr lang="en-US" sz="1100">
                <a:solidFill>
                  <a:schemeClr val="dk1"/>
                </a:solidFill>
              </a:rPr>
              <a:t> to log every create, update, transfer and disposal in </a:t>
            </a:r>
            <a:r>
              <a:rPr b="1" lang="en-US" sz="1100">
                <a:solidFill>
                  <a:schemeClr val="dk1"/>
                </a:solidFill>
              </a:rPr>
              <a:t>audit_log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Designed real-time </a:t>
            </a:r>
            <a:r>
              <a:rPr b="1" lang="en-US" sz="1100">
                <a:solidFill>
                  <a:schemeClr val="dk1"/>
                </a:solidFill>
              </a:rPr>
              <a:t>KPI cards</a:t>
            </a:r>
            <a:r>
              <a:rPr lang="en-US" sz="1100">
                <a:solidFill>
                  <a:schemeClr val="dk1"/>
                </a:solidFill>
              </a:rPr>
              <a:t> on the dashboard (</a:t>
            </a:r>
            <a:r>
              <a:rPr b="1" lang="en-US" sz="1100">
                <a:solidFill>
                  <a:schemeClr val="dk1"/>
                </a:solidFill>
              </a:rPr>
              <a:t>index.html</a:t>
            </a:r>
            <a:r>
              <a:rPr lang="en-US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Delivered </a:t>
            </a:r>
            <a:r>
              <a:rPr b="1" lang="en-US" sz="1100">
                <a:solidFill>
                  <a:schemeClr val="dk1"/>
                </a:solidFill>
              </a:rPr>
              <a:t>reports.html</a:t>
            </a:r>
            <a:r>
              <a:rPr lang="en-US" sz="1100">
                <a:solidFill>
                  <a:schemeClr val="dk1"/>
                </a:solidFill>
              </a:rPr>
              <a:t> with valuation charts and the last 50 audit events.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82455" y="2208625"/>
            <a:ext cx="4361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Aggregation queries need performance checks on large asset volumes.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Disposed assets must remain visible in historical valuation reports.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🟢 </a:t>
            </a:r>
            <a:r>
              <a:rPr b="1" lang="en-US" sz="1300">
                <a:solidFill>
                  <a:schemeClr val="dk1"/>
                </a:solidFill>
              </a:rPr>
              <a:t>Green:</a:t>
            </a:r>
            <a:r>
              <a:rPr lang="en-US" sz="1300">
                <a:solidFill>
                  <a:schemeClr val="dk1"/>
                </a:solidFill>
              </a:rPr>
              <a:t> KPI totals and audit log entries verified against database records.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23167" y="2125400"/>
            <a:ext cx="353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Verify valuation totals.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Review audit log completeness.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Test dashboard on large data.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Validate chart accuracy.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