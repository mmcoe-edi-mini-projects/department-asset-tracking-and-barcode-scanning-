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3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Pranjal Khairnar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Authentication gating the module lifecycle: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Login → Role Check → Label Print (M3) → Scanning (M6) → Disposal Approval (M9)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Common master data and role structure finalized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API Demonstrated + Seed Data Loaded + RBAC Roles Validated + Frontend–Backend Connectivity Verified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Vedant Pathak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Asset registration &amp; batch procurement intake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3 Aug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 asset registration and batch intake. Implement atomic sequence-based asset codes and serial validation needed for barcode label generation.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Created </a:t>
            </a:r>
            <a:r>
              <a:rPr b="1" lang="en-US" sz="1100">
                <a:solidFill>
                  <a:schemeClr val="dk1"/>
                </a:solidFill>
              </a:rPr>
              <a:t>seed_data.sql</a:t>
            </a:r>
            <a:r>
              <a:rPr lang="en-US" sz="1100">
                <a:solidFill>
                  <a:schemeClr val="dk1"/>
                </a:solidFill>
              </a:rPr>
              <a:t> with departments, locations, categories and suppliers.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Built </a:t>
            </a:r>
            <a:r>
              <a:rPr b="1" lang="en-US" sz="1100">
                <a:solidFill>
                  <a:schemeClr val="dk1"/>
                </a:solidFill>
              </a:rPr>
              <a:t>Role, User, Department and Location</a:t>
            </a:r>
            <a:r>
              <a:rPr lang="en-US" sz="1100">
                <a:solidFill>
                  <a:schemeClr val="dk1"/>
                </a:solidFill>
              </a:rPr>
              <a:t> entities in Spring Boot.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Developed </a:t>
            </a:r>
            <a:r>
              <a:rPr b="1" lang="en-US" sz="1100">
                <a:solidFill>
                  <a:schemeClr val="dk1"/>
                </a:solidFill>
              </a:rPr>
              <a:t>AuthService</a:t>
            </a:r>
            <a:r>
              <a:rPr lang="en-US" sz="1100">
                <a:solidFill>
                  <a:schemeClr val="dk1"/>
                </a:solidFill>
              </a:rPr>
              <a:t> with </a:t>
            </a:r>
            <a:r>
              <a:rPr b="1" lang="en-US" sz="1100">
                <a:solidFill>
                  <a:schemeClr val="dk1"/>
                </a:solidFill>
              </a:rPr>
              <a:t>BCrypt</a:t>
            </a:r>
            <a:r>
              <a:rPr lang="en-US" sz="1100">
                <a:solidFill>
                  <a:schemeClr val="dk1"/>
                </a:solidFill>
              </a:rPr>
              <a:t> hashing and UUID token sessions.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Created </a:t>
            </a:r>
            <a:r>
              <a:rPr b="1" lang="en-US" sz="1100">
                <a:solidFill>
                  <a:schemeClr val="dk1"/>
                </a:solidFill>
              </a:rPr>
              <a:t>/api/meta</a:t>
            </a:r>
            <a:r>
              <a:rPr lang="en-US" sz="1100">
                <a:solidFill>
                  <a:schemeClr val="dk1"/>
                </a:solidFill>
              </a:rPr>
              <a:t> lookup API and </a:t>
            </a:r>
            <a:r>
              <a:rPr b="1" lang="en-US" sz="1100">
                <a:solidFill>
                  <a:schemeClr val="dk1"/>
                </a:solidFill>
              </a:rPr>
              <a:t>login.html</a:t>
            </a:r>
            <a:r>
              <a:rPr lang="en-US" sz="1100">
                <a:solidFill>
                  <a:schemeClr val="dk1"/>
                </a:solidFill>
              </a:rPr>
              <a:t> with 1-click role switcher.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Token sessions are in-memory and reset on server restart.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Role-based gating of privileged modules must be tested.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Login API and seeded role accounts validated.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role-wise access restrictions.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BCrypt and token handling.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Validate seed data accuracy.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Verify login flow across browsers.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